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8.xml" ContentType="application/vnd.openxmlformats-officedocument.theme+xml"/>
  <Override PartName="/ppt/theme/theme5.xml" ContentType="application/vnd.openxmlformats-officedocument.theme+xml"/>
  <Override PartName="/ppt/theme/theme9.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presProps.xml" ContentType="application/vnd.openxmlformats-officedocument.presentationml.presProps+xml"/>
  <Override PartName="/ppt/media/image3.svg" ContentType="image/sv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 id="2147483653" r:id="rId4"/>
    <p:sldMasterId id="2147483655" r:id="rId5"/>
    <p:sldMasterId id="2147483657" r:id="rId6"/>
    <p:sldMasterId id="2147483659" r:id="rId7"/>
    <p:sldMasterId id="2147483661" r:id="rId8"/>
    <p:sldMasterId id="2147483663" r:id="rId9"/>
    <p:sldMasterId id="2147483665" r:id="rId10"/>
  </p:sldMasterIdLst>
  <p:sldIdLst>
    <p:sldId id="256" r:id="rId11"/>
    <p:sldId id="257" r:id="rId12"/>
    <p:sldId id="258" r:id="rId13"/>
    <p:sldId id="259" r:id="rId14"/>
    <p:sldId id="260" r:id="rId15"/>
    <p:sldId id="261" r:id="rId16"/>
    <p:sldId id="262" r:id="rId17"/>
    <p:sldId id="263" r:id="rId18"/>
    <p:sldId id="264" r:id="rId19"/>
    <p:sldId id="265" r:id="rId20"/>
  </p:sldIdLst>
  <p:sldSz cx="10080625" cy="567055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9.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Grey-Elegant">
    <p:spTree>
      <p:nvGrpSpPr>
        <p:cNvPr id="1" name=""/>
        <p:cNvGrpSpPr/>
        <p:nvPr/>
      </p:nvGrpSpPr>
      <p:grpSpPr>
        <a:xfrm>
          <a:off x="0" y="0"/>
          <a:ext cx="0" cy="0"/>
          <a:chOff x="0" y="0"/>
          <a:chExt cx="0" cy="0"/>
        </a:xfrm>
      </p:grpSpPr>
      <p:sp>
        <p:nvSpPr>
          <p:cNvPr id="28" name="PlaceHolder 1"/>
          <p:cNvSpPr>
            <a:spLocks noGrp="1"/>
          </p:cNvSpPr>
          <p:nvPr>
            <p:ph type="title"/>
          </p:nvPr>
        </p:nvSpPr>
        <p:spPr>
          <a:xfrm>
            <a:off x="468000" y="468000"/>
            <a:ext cx="9072000" cy="946440"/>
          </a:xfrm>
          <a:prstGeom prst="rect">
            <a:avLst/>
          </a:prstGeom>
          <a:noFill/>
          <a:ln w="0">
            <a:noFill/>
          </a:ln>
        </p:spPr>
        <p:txBody>
          <a:bodyPr lIns="0" tIns="0" rIns="0" bIns="0" anchor="ctr">
            <a:normAutofit/>
          </a:bodyPr>
          <a:p>
            <a:pPr indent="0" algn="ctr">
              <a:buNone/>
            </a:pPr>
            <a:endParaRPr lang="en-US" sz="4400" b="1" u="none" strike="noStrike">
              <a:solidFill>
                <a:srgbClr val="000000"/>
              </a:solidFill>
              <a:effectLst/>
              <a:uFillTx/>
              <a:latin typeface="Noto Sans"/>
            </a:endParaRPr>
          </a:p>
        </p:txBody>
      </p:sp>
      <p:sp>
        <p:nvSpPr>
          <p:cNvPr id="29" name="PlaceHolder 2"/>
          <p:cNvSpPr>
            <a:spLocks noGrp="1"/>
          </p:cNvSpPr>
          <p:nvPr>
            <p:ph/>
          </p:nvPr>
        </p:nvSpPr>
        <p:spPr>
          <a:xfrm>
            <a:off x="468000" y="1800000"/>
            <a:ext cx="9072000" cy="328824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Noto Sans"/>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B4B100E8-EA79-4F6D-A60F-6DDDE5BC0746}"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Grey-Elegant">
    <p:spTree>
      <p:nvGrpSpPr>
        <p:cNvPr id="1" name=""/>
        <p:cNvGrpSpPr/>
        <p:nvPr/>
      </p:nvGrpSpPr>
      <p:grpSpPr>
        <a:xfrm>
          <a:off x="0" y="0"/>
          <a:ext cx="0" cy="0"/>
          <a:chOff x="0" y="0"/>
          <a:chExt cx="0" cy="0"/>
        </a:xfrm>
      </p:grpSpPr>
      <p:sp>
        <p:nvSpPr>
          <p:cNvPr id="30" name="PlaceHolder 1"/>
          <p:cNvSpPr>
            <a:spLocks noGrp="1"/>
          </p:cNvSpPr>
          <p:nvPr>
            <p:ph type="title"/>
          </p:nvPr>
        </p:nvSpPr>
        <p:spPr>
          <a:xfrm>
            <a:off x="468000" y="468000"/>
            <a:ext cx="9072000" cy="946440"/>
          </a:xfrm>
          <a:prstGeom prst="rect">
            <a:avLst/>
          </a:prstGeom>
          <a:noFill/>
          <a:ln w="0">
            <a:noFill/>
          </a:ln>
        </p:spPr>
        <p:txBody>
          <a:bodyPr lIns="0" tIns="0" rIns="0" bIns="0" anchor="ctr">
            <a:normAutofit/>
          </a:bodyPr>
          <a:p>
            <a:pPr indent="0" algn="ctr">
              <a:buNone/>
            </a:pPr>
            <a:endParaRPr lang="en-US" sz="4400" b="1" u="none" strike="noStrike">
              <a:solidFill>
                <a:srgbClr val="000000"/>
              </a:solidFill>
              <a:effectLst/>
              <a:uFillTx/>
              <a:latin typeface="Noto Sans"/>
            </a:endParaRPr>
          </a:p>
        </p:txBody>
      </p:sp>
      <p:sp>
        <p:nvSpPr>
          <p:cNvPr id="31" name="PlaceHolder 2"/>
          <p:cNvSpPr>
            <a:spLocks noGrp="1"/>
          </p:cNvSpPr>
          <p:nvPr>
            <p:ph type="subTitle"/>
          </p:nvPr>
        </p:nvSpPr>
        <p:spPr>
          <a:xfrm>
            <a:off x="468000" y="1800000"/>
            <a:ext cx="9072000" cy="328824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Noto Sans"/>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080ED308-5A37-45BB-A003-A95BC109EC90}"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able of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68000" y="468000"/>
            <a:ext cx="9072000" cy="946440"/>
          </a:xfrm>
          <a:prstGeom prst="rect">
            <a:avLst/>
          </a:prstGeom>
          <a:noFill/>
          <a:ln w="0">
            <a:noFill/>
          </a:ln>
        </p:spPr>
        <p:txBody>
          <a:bodyPr lIns="0" tIns="0" rIns="0" bIns="0" anchor="ctr">
            <a:normAutofit/>
          </a:bodyPr>
          <a:p>
            <a:pPr indent="0" algn="ctr">
              <a:buNone/>
            </a:pPr>
            <a:endParaRPr lang="en-US" sz="4400" b="1" u="none" strike="noStrike">
              <a:solidFill>
                <a:srgbClr val="000000"/>
              </a:solidFill>
              <a:effectLst/>
              <a:uFillTx/>
              <a:latin typeface="Noto Sans"/>
            </a:endParaRPr>
          </a:p>
        </p:txBody>
      </p:sp>
      <p:sp>
        <p:nvSpPr>
          <p:cNvPr id="51" name="PlaceHolder 2"/>
          <p:cNvSpPr>
            <a:spLocks noGrp="1"/>
          </p:cNvSpPr>
          <p:nvPr>
            <p:ph/>
          </p:nvPr>
        </p:nvSpPr>
        <p:spPr>
          <a:xfrm>
            <a:off x="468000" y="1800000"/>
            <a:ext cx="9072000" cy="328824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Noto Sans"/>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E689DBF5-1546-4755-AF51-4585BAEA55E3}"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Content 1">
    <p:spTree>
      <p:nvGrpSpPr>
        <p:cNvPr id="1" name=""/>
        <p:cNvGrpSpPr/>
        <p:nvPr/>
      </p:nvGrpSpPr>
      <p:grpSpPr>
        <a:xfrm>
          <a:off x="0" y="0"/>
          <a:ext cx="0" cy="0"/>
          <a:chOff x="0" y="0"/>
          <a:chExt cx="0" cy="0"/>
        </a:xfrm>
      </p:grpSpPr>
      <p:sp>
        <p:nvSpPr>
          <p:cNvPr id="73" name="PlaceHolder 1"/>
          <p:cNvSpPr>
            <a:spLocks noGrp="1"/>
          </p:cNvSpPr>
          <p:nvPr>
            <p:ph type="title"/>
          </p:nvPr>
        </p:nvSpPr>
        <p:spPr>
          <a:xfrm>
            <a:off x="468000" y="468000"/>
            <a:ext cx="9072000" cy="946440"/>
          </a:xfrm>
          <a:prstGeom prst="rect">
            <a:avLst/>
          </a:prstGeom>
          <a:noFill/>
          <a:ln w="0">
            <a:noFill/>
          </a:ln>
        </p:spPr>
        <p:txBody>
          <a:bodyPr lIns="0" tIns="0" rIns="0" bIns="0" anchor="ctr">
            <a:normAutofit/>
          </a:bodyPr>
          <a:p>
            <a:pPr indent="0" algn="ctr">
              <a:buNone/>
            </a:pPr>
            <a:endParaRPr lang="en-US" sz="4400" b="1" u="none" strike="noStrike">
              <a:solidFill>
                <a:srgbClr val="000000"/>
              </a:solidFill>
              <a:effectLst/>
              <a:uFillTx/>
              <a:latin typeface="Noto Sans"/>
            </a:endParaRPr>
          </a:p>
        </p:txBody>
      </p:sp>
      <p:sp>
        <p:nvSpPr>
          <p:cNvPr id="74" name="PlaceHolder 2"/>
          <p:cNvSpPr>
            <a:spLocks noGrp="1"/>
          </p:cNvSpPr>
          <p:nvPr>
            <p:ph/>
          </p:nvPr>
        </p:nvSpPr>
        <p:spPr>
          <a:xfrm>
            <a:off x="468000" y="1800000"/>
            <a:ext cx="9072000" cy="328824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Noto Sans"/>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19BF1C6C-AD1D-4140-81E7-8DC151A4BE4D}" type="slidenum">
              <a:t>&lt;#&gt;</a:t>
            </a:fld>
          </a:p>
        </p:txBody>
      </p:sp>
      <p:sp>
        <p:nvSpPr>
          <p:cNvPr id="6" name="PlaceHolder 5"/>
          <p:cNvSpPr>
            <a:spLocks noGrp="1"/>
          </p:cNvSpPr>
          <p:nvPr>
            <p:ph type="dt" idx="7"/>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ullet 1">
    <p:spTree>
      <p:nvGrpSpPr>
        <p:cNvPr id="1" name=""/>
        <p:cNvGrpSpPr/>
        <p:nvPr/>
      </p:nvGrpSpPr>
      <p:grpSpPr>
        <a:xfrm>
          <a:off x="0" y="0"/>
          <a:ext cx="0" cy="0"/>
          <a:chOff x="0" y="0"/>
          <a:chExt cx="0" cy="0"/>
        </a:xfrm>
      </p:grpSpPr>
      <p:sp>
        <p:nvSpPr>
          <p:cNvPr id="89" name="PlaceHolder 1"/>
          <p:cNvSpPr>
            <a:spLocks noGrp="1"/>
          </p:cNvSpPr>
          <p:nvPr>
            <p:ph type="title"/>
          </p:nvPr>
        </p:nvSpPr>
        <p:spPr>
          <a:xfrm>
            <a:off x="468000" y="468000"/>
            <a:ext cx="9072000" cy="946440"/>
          </a:xfrm>
          <a:prstGeom prst="rect">
            <a:avLst/>
          </a:prstGeom>
          <a:noFill/>
          <a:ln w="0">
            <a:noFill/>
          </a:ln>
        </p:spPr>
        <p:txBody>
          <a:bodyPr lIns="0" tIns="0" rIns="0" bIns="0" anchor="ctr">
            <a:normAutofit/>
          </a:bodyPr>
          <a:p>
            <a:pPr indent="0" algn="ctr">
              <a:buNone/>
            </a:pPr>
            <a:endParaRPr lang="en-US" sz="4400" b="1" u="none" strike="noStrike">
              <a:solidFill>
                <a:srgbClr val="000000"/>
              </a:solidFill>
              <a:effectLst/>
              <a:uFillTx/>
              <a:latin typeface="Noto Sans"/>
            </a:endParaRPr>
          </a:p>
        </p:txBody>
      </p:sp>
      <p:sp>
        <p:nvSpPr>
          <p:cNvPr id="90" name="PlaceHolder 2"/>
          <p:cNvSpPr>
            <a:spLocks noGrp="1"/>
          </p:cNvSpPr>
          <p:nvPr>
            <p:ph/>
          </p:nvPr>
        </p:nvSpPr>
        <p:spPr>
          <a:xfrm>
            <a:off x="468000" y="1800000"/>
            <a:ext cx="9072000" cy="328824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Noto Sans"/>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45C705C2-4F4C-414A-8C89-C5D1A4820238}"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Content 2">
    <p:spTree>
      <p:nvGrpSpPr>
        <p:cNvPr id="1" name=""/>
        <p:cNvGrpSpPr/>
        <p:nvPr/>
      </p:nvGrpSpPr>
      <p:grpSpPr>
        <a:xfrm>
          <a:off x="0" y="0"/>
          <a:ext cx="0" cy="0"/>
          <a:chOff x="0" y="0"/>
          <a:chExt cx="0" cy="0"/>
        </a:xfrm>
      </p:grpSpPr>
      <p:sp>
        <p:nvSpPr>
          <p:cNvPr id="107" name="PlaceHolder 1"/>
          <p:cNvSpPr>
            <a:spLocks noGrp="1"/>
          </p:cNvSpPr>
          <p:nvPr>
            <p:ph type="title"/>
          </p:nvPr>
        </p:nvSpPr>
        <p:spPr>
          <a:xfrm>
            <a:off x="468000" y="468000"/>
            <a:ext cx="9072000" cy="946440"/>
          </a:xfrm>
          <a:prstGeom prst="rect">
            <a:avLst/>
          </a:prstGeom>
          <a:noFill/>
          <a:ln w="0">
            <a:noFill/>
          </a:ln>
        </p:spPr>
        <p:txBody>
          <a:bodyPr lIns="0" tIns="0" rIns="0" bIns="0" anchor="ctr">
            <a:normAutofit/>
          </a:bodyPr>
          <a:p>
            <a:pPr indent="0" algn="ctr">
              <a:buNone/>
            </a:pPr>
            <a:endParaRPr lang="en-US" sz="4400" b="1" u="none" strike="noStrike">
              <a:solidFill>
                <a:srgbClr val="000000"/>
              </a:solidFill>
              <a:effectLst/>
              <a:uFillTx/>
              <a:latin typeface="Noto Sans"/>
            </a:endParaRPr>
          </a:p>
        </p:txBody>
      </p:sp>
      <p:sp>
        <p:nvSpPr>
          <p:cNvPr id="108" name="PlaceHolder 2"/>
          <p:cNvSpPr>
            <a:spLocks noGrp="1"/>
          </p:cNvSpPr>
          <p:nvPr>
            <p:ph/>
          </p:nvPr>
        </p:nvSpPr>
        <p:spPr>
          <a:xfrm>
            <a:off x="468000" y="1800000"/>
            <a:ext cx="9072000" cy="328824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Noto Sans"/>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DE78B3DA-B8C8-479E-9062-071EE6EFE574}" type="slidenum">
              <a:t>&lt;#&gt;</a:t>
            </a:fld>
          </a:p>
        </p:txBody>
      </p:sp>
      <p:sp>
        <p:nvSpPr>
          <p:cNvPr id="6" name="PlaceHolder 5"/>
          <p:cNvSpPr>
            <a:spLocks noGrp="1"/>
          </p:cNvSpPr>
          <p:nvPr>
            <p:ph type="dt" idx="13"/>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ullet 2">
    <p:spTree>
      <p:nvGrpSpPr>
        <p:cNvPr id="1" name=""/>
        <p:cNvGrpSpPr/>
        <p:nvPr/>
      </p:nvGrpSpPr>
      <p:grpSpPr>
        <a:xfrm>
          <a:off x="0" y="0"/>
          <a:ext cx="0" cy="0"/>
          <a:chOff x="0" y="0"/>
          <a:chExt cx="0" cy="0"/>
        </a:xfrm>
      </p:grpSpPr>
      <p:sp>
        <p:nvSpPr>
          <p:cNvPr id="124" name="PlaceHolder 1"/>
          <p:cNvSpPr>
            <a:spLocks noGrp="1"/>
          </p:cNvSpPr>
          <p:nvPr>
            <p:ph type="title"/>
          </p:nvPr>
        </p:nvSpPr>
        <p:spPr>
          <a:xfrm>
            <a:off x="468000" y="468000"/>
            <a:ext cx="9072000" cy="946440"/>
          </a:xfrm>
          <a:prstGeom prst="rect">
            <a:avLst/>
          </a:prstGeom>
          <a:noFill/>
          <a:ln w="0">
            <a:noFill/>
          </a:ln>
        </p:spPr>
        <p:txBody>
          <a:bodyPr lIns="0" tIns="0" rIns="0" bIns="0" anchor="ctr">
            <a:normAutofit/>
          </a:bodyPr>
          <a:p>
            <a:pPr indent="0" algn="ctr">
              <a:buNone/>
            </a:pPr>
            <a:endParaRPr lang="en-US" sz="4400" b="1" u="none" strike="noStrike">
              <a:solidFill>
                <a:srgbClr val="000000"/>
              </a:solidFill>
              <a:effectLst/>
              <a:uFillTx/>
              <a:latin typeface="Noto Sans"/>
            </a:endParaRPr>
          </a:p>
        </p:txBody>
      </p:sp>
      <p:sp>
        <p:nvSpPr>
          <p:cNvPr id="125" name="PlaceHolder 2"/>
          <p:cNvSpPr>
            <a:spLocks noGrp="1"/>
          </p:cNvSpPr>
          <p:nvPr>
            <p:ph/>
          </p:nvPr>
        </p:nvSpPr>
        <p:spPr>
          <a:xfrm>
            <a:off x="468000" y="1800000"/>
            <a:ext cx="9072000" cy="328824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Noto Sans"/>
            </a:endParaRPr>
          </a:p>
        </p:txBody>
      </p:sp>
      <p:sp>
        <p:nvSpPr>
          <p:cNvPr id="4" name="PlaceHolder 3"/>
          <p:cNvSpPr>
            <a:spLocks noGrp="1"/>
          </p:cNvSpPr>
          <p:nvPr>
            <p:ph type="ftr" idx="17"/>
          </p:nvPr>
        </p:nvSpPr>
        <p:spPr/>
        <p:txBody>
          <a:bodyPr/>
          <a:p>
            <a:r>
              <a:t>Footer</a:t>
            </a:r>
          </a:p>
        </p:txBody>
      </p:sp>
      <p:sp>
        <p:nvSpPr>
          <p:cNvPr id="5" name="PlaceHolder 4"/>
          <p:cNvSpPr>
            <a:spLocks noGrp="1"/>
          </p:cNvSpPr>
          <p:nvPr>
            <p:ph type="sldNum" idx="18"/>
          </p:nvPr>
        </p:nvSpPr>
        <p:spPr/>
        <p:txBody>
          <a:bodyPr/>
          <a:p>
            <a:fld id="{95B10B69-43B1-47BE-A6A0-6E57FB9CD3F9}" type="slidenum">
              <a:t>&lt;#&gt;</a:t>
            </a:fld>
          </a:p>
        </p:txBody>
      </p:sp>
      <p:sp>
        <p:nvSpPr>
          <p:cNvPr id="6" name="PlaceHolder 5"/>
          <p:cNvSpPr>
            <a:spLocks noGrp="1"/>
          </p:cNvSpPr>
          <p:nvPr>
            <p:ph type="dt" idx="16"/>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Jigsaw">
    <p:spTree>
      <p:nvGrpSpPr>
        <p:cNvPr id="1" name=""/>
        <p:cNvGrpSpPr/>
        <p:nvPr/>
      </p:nvGrpSpPr>
      <p:grpSpPr>
        <a:xfrm>
          <a:off x="0" y="0"/>
          <a:ext cx="0" cy="0"/>
          <a:chOff x="0" y="0"/>
          <a:chExt cx="0" cy="0"/>
        </a:xfrm>
      </p:grpSpPr>
      <p:sp>
        <p:nvSpPr>
          <p:cNvPr id="161" name="PlaceHolder 1"/>
          <p:cNvSpPr>
            <a:spLocks noGrp="1"/>
          </p:cNvSpPr>
          <p:nvPr>
            <p:ph type="title"/>
          </p:nvPr>
        </p:nvSpPr>
        <p:spPr>
          <a:xfrm>
            <a:off x="468000" y="468000"/>
            <a:ext cx="9072000" cy="946440"/>
          </a:xfrm>
          <a:prstGeom prst="rect">
            <a:avLst/>
          </a:prstGeom>
          <a:noFill/>
          <a:ln w="0">
            <a:noFill/>
          </a:ln>
        </p:spPr>
        <p:txBody>
          <a:bodyPr lIns="0" tIns="0" rIns="0" bIns="0" anchor="ctr">
            <a:normAutofit/>
          </a:bodyPr>
          <a:p>
            <a:pPr indent="0" algn="ctr">
              <a:buNone/>
            </a:pPr>
            <a:endParaRPr lang="en-US" sz="4400" b="1" u="none" strike="noStrike">
              <a:solidFill>
                <a:srgbClr val="000000"/>
              </a:solidFill>
              <a:effectLst/>
              <a:uFillTx/>
              <a:latin typeface="Noto Sans"/>
            </a:endParaRPr>
          </a:p>
        </p:txBody>
      </p:sp>
      <p:sp>
        <p:nvSpPr>
          <p:cNvPr id="162" name="PlaceHolder 2"/>
          <p:cNvSpPr>
            <a:spLocks noGrp="1"/>
          </p:cNvSpPr>
          <p:nvPr>
            <p:ph/>
          </p:nvPr>
        </p:nvSpPr>
        <p:spPr>
          <a:xfrm>
            <a:off x="468000" y="1800000"/>
            <a:ext cx="9072000" cy="328824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Noto Sans"/>
            </a:endParaRPr>
          </a:p>
        </p:txBody>
      </p:sp>
      <p:sp>
        <p:nvSpPr>
          <p:cNvPr id="4" name="PlaceHolder 3"/>
          <p:cNvSpPr>
            <a:spLocks noGrp="1"/>
          </p:cNvSpPr>
          <p:nvPr>
            <p:ph type="ftr" idx="20"/>
          </p:nvPr>
        </p:nvSpPr>
        <p:spPr/>
        <p:txBody>
          <a:bodyPr/>
          <a:p>
            <a:r>
              <a:t>Footer</a:t>
            </a:r>
          </a:p>
        </p:txBody>
      </p:sp>
      <p:sp>
        <p:nvSpPr>
          <p:cNvPr id="5" name="PlaceHolder 4"/>
          <p:cNvSpPr>
            <a:spLocks noGrp="1"/>
          </p:cNvSpPr>
          <p:nvPr>
            <p:ph type="sldNum" idx="21"/>
          </p:nvPr>
        </p:nvSpPr>
        <p:spPr/>
        <p:txBody>
          <a:bodyPr/>
          <a:p>
            <a:fld id="{780E34B8-9AC9-4EB0-98B2-BBE22C7DC363}" type="slidenum">
              <a:t>&lt;#&gt;</a:t>
            </a:fld>
          </a:p>
        </p:txBody>
      </p:sp>
      <p:sp>
        <p:nvSpPr>
          <p:cNvPr id="6" name="PlaceHolder 5"/>
          <p:cNvSpPr>
            <a:spLocks noGrp="1"/>
          </p:cNvSpPr>
          <p:nvPr>
            <p:ph type="dt" idx="19"/>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ullet 3">
    <p:spTree>
      <p:nvGrpSpPr>
        <p:cNvPr id="1" name=""/>
        <p:cNvGrpSpPr/>
        <p:nvPr/>
      </p:nvGrpSpPr>
      <p:grpSpPr>
        <a:xfrm>
          <a:off x="0" y="0"/>
          <a:ext cx="0" cy="0"/>
          <a:chOff x="0" y="0"/>
          <a:chExt cx="0" cy="0"/>
        </a:xfrm>
      </p:grpSpPr>
      <p:sp>
        <p:nvSpPr>
          <p:cNvPr id="188" name="PlaceHolder 1"/>
          <p:cNvSpPr>
            <a:spLocks noGrp="1"/>
          </p:cNvSpPr>
          <p:nvPr>
            <p:ph type="title"/>
          </p:nvPr>
        </p:nvSpPr>
        <p:spPr>
          <a:xfrm>
            <a:off x="468000" y="468000"/>
            <a:ext cx="9072000" cy="946440"/>
          </a:xfrm>
          <a:prstGeom prst="rect">
            <a:avLst/>
          </a:prstGeom>
          <a:noFill/>
          <a:ln w="0">
            <a:noFill/>
          </a:ln>
        </p:spPr>
        <p:txBody>
          <a:bodyPr lIns="0" tIns="0" rIns="0" bIns="0" anchor="ctr">
            <a:normAutofit/>
          </a:bodyPr>
          <a:p>
            <a:pPr indent="0" algn="ctr">
              <a:buNone/>
            </a:pPr>
            <a:endParaRPr lang="en-US" sz="4400" b="1" u="none" strike="noStrike">
              <a:solidFill>
                <a:srgbClr val="000000"/>
              </a:solidFill>
              <a:effectLst/>
              <a:uFillTx/>
              <a:latin typeface="Noto Sans"/>
            </a:endParaRPr>
          </a:p>
        </p:txBody>
      </p:sp>
      <p:sp>
        <p:nvSpPr>
          <p:cNvPr id="189" name="PlaceHolder 2"/>
          <p:cNvSpPr>
            <a:spLocks noGrp="1"/>
          </p:cNvSpPr>
          <p:nvPr>
            <p:ph/>
          </p:nvPr>
        </p:nvSpPr>
        <p:spPr>
          <a:xfrm>
            <a:off x="468000" y="1800000"/>
            <a:ext cx="9072000" cy="328824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Noto Sans"/>
            </a:endParaRPr>
          </a:p>
        </p:txBody>
      </p:sp>
      <p:sp>
        <p:nvSpPr>
          <p:cNvPr id="4" name="PlaceHolder 3"/>
          <p:cNvSpPr>
            <a:spLocks noGrp="1"/>
          </p:cNvSpPr>
          <p:nvPr>
            <p:ph type="ftr" idx="23"/>
          </p:nvPr>
        </p:nvSpPr>
        <p:spPr/>
        <p:txBody>
          <a:bodyPr/>
          <a:p>
            <a:r>
              <a:t>Footer</a:t>
            </a:r>
          </a:p>
        </p:txBody>
      </p:sp>
      <p:sp>
        <p:nvSpPr>
          <p:cNvPr id="5" name="PlaceHolder 4"/>
          <p:cNvSpPr>
            <a:spLocks noGrp="1"/>
          </p:cNvSpPr>
          <p:nvPr>
            <p:ph type="sldNum" idx="24"/>
          </p:nvPr>
        </p:nvSpPr>
        <p:spPr/>
        <p:txBody>
          <a:bodyPr/>
          <a:p>
            <a:fld id="{0896C220-9705-4A16-8BDA-726E311588E4}" type="slidenum">
              <a:t>&lt;#&gt;</a:t>
            </a:fld>
          </a:p>
        </p:txBody>
      </p:sp>
      <p:sp>
        <p:nvSpPr>
          <p:cNvPr id="6" name="PlaceHolder 5"/>
          <p:cNvSpPr>
            <a:spLocks noGrp="1"/>
          </p:cNvSpPr>
          <p:nvPr>
            <p:ph type="dt" idx="22"/>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Image">
    <p:spTree>
      <p:nvGrpSpPr>
        <p:cNvPr id="1" name=""/>
        <p:cNvGrpSpPr/>
        <p:nvPr/>
      </p:nvGrpSpPr>
      <p:grpSpPr>
        <a:xfrm>
          <a:off x="0" y="0"/>
          <a:ext cx="0" cy="0"/>
          <a:chOff x="0" y="0"/>
          <a:chExt cx="0" cy="0"/>
        </a:xfrm>
      </p:grpSpPr>
      <p:sp>
        <p:nvSpPr>
          <p:cNvPr id="202" name="PlaceHolder 1"/>
          <p:cNvSpPr>
            <a:spLocks noGrp="1"/>
          </p:cNvSpPr>
          <p:nvPr>
            <p:ph type="title"/>
          </p:nvPr>
        </p:nvSpPr>
        <p:spPr>
          <a:xfrm>
            <a:off x="468000" y="468000"/>
            <a:ext cx="9072000" cy="946440"/>
          </a:xfrm>
          <a:prstGeom prst="rect">
            <a:avLst/>
          </a:prstGeom>
          <a:noFill/>
          <a:ln w="0">
            <a:noFill/>
          </a:ln>
        </p:spPr>
        <p:txBody>
          <a:bodyPr lIns="0" tIns="0" rIns="0" bIns="0" anchor="ctr">
            <a:normAutofit/>
          </a:bodyPr>
          <a:p>
            <a:pPr indent="0" algn="ctr">
              <a:buNone/>
            </a:pPr>
            <a:endParaRPr lang="en-US" sz="4400" b="1" u="none" strike="noStrike">
              <a:solidFill>
                <a:srgbClr val="000000"/>
              </a:solidFill>
              <a:effectLst/>
              <a:uFillTx/>
              <a:latin typeface="Noto Sans"/>
            </a:endParaRPr>
          </a:p>
        </p:txBody>
      </p:sp>
      <p:sp>
        <p:nvSpPr>
          <p:cNvPr id="203" name="PlaceHolder 2"/>
          <p:cNvSpPr>
            <a:spLocks noGrp="1"/>
          </p:cNvSpPr>
          <p:nvPr>
            <p:ph/>
          </p:nvPr>
        </p:nvSpPr>
        <p:spPr>
          <a:xfrm>
            <a:off x="468000" y="1800000"/>
            <a:ext cx="4426920" cy="328824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Noto Sans"/>
            </a:endParaRPr>
          </a:p>
        </p:txBody>
      </p:sp>
      <p:sp>
        <p:nvSpPr>
          <p:cNvPr id="204" name="PlaceHolder 3"/>
          <p:cNvSpPr>
            <a:spLocks noGrp="1"/>
          </p:cNvSpPr>
          <p:nvPr>
            <p:ph/>
          </p:nvPr>
        </p:nvSpPr>
        <p:spPr>
          <a:xfrm>
            <a:off x="5116680" y="1800000"/>
            <a:ext cx="4426920" cy="156816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Noto Sans"/>
            </a:endParaRPr>
          </a:p>
        </p:txBody>
      </p:sp>
      <p:sp>
        <p:nvSpPr>
          <p:cNvPr id="205" name="PlaceHolder 4"/>
          <p:cNvSpPr>
            <a:spLocks noGrp="1"/>
          </p:cNvSpPr>
          <p:nvPr>
            <p:ph/>
          </p:nvPr>
        </p:nvSpPr>
        <p:spPr>
          <a:xfrm>
            <a:off x="5116680" y="3517560"/>
            <a:ext cx="4426920" cy="156816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Noto Sans"/>
            </a:endParaRPr>
          </a:p>
        </p:txBody>
      </p:sp>
      <p:sp>
        <p:nvSpPr>
          <p:cNvPr id="6" name="PlaceHolder 5"/>
          <p:cNvSpPr>
            <a:spLocks noGrp="1"/>
          </p:cNvSpPr>
          <p:nvPr>
            <p:ph type="ftr" idx="26"/>
          </p:nvPr>
        </p:nvSpPr>
        <p:spPr/>
        <p:txBody>
          <a:bodyPr/>
          <a:p>
            <a:r>
              <a:t>Footer</a:t>
            </a:r>
          </a:p>
        </p:txBody>
      </p:sp>
      <p:sp>
        <p:nvSpPr>
          <p:cNvPr id="7" name="PlaceHolder 6"/>
          <p:cNvSpPr>
            <a:spLocks noGrp="1"/>
          </p:cNvSpPr>
          <p:nvPr>
            <p:ph type="sldNum" idx="27"/>
          </p:nvPr>
        </p:nvSpPr>
        <p:spPr/>
        <p:txBody>
          <a:bodyPr/>
          <a:p>
            <a:fld id="{41ABE085-6DBF-40FC-9AE7-882C385209B2}" type="slidenum">
              <a:t>&lt;#&gt;</a:t>
            </a:fld>
          </a:p>
        </p:txBody>
      </p:sp>
      <p:sp>
        <p:nvSpPr>
          <p:cNvPr id="8" name="PlaceHolder 7"/>
          <p:cNvSpPr>
            <a:spLocks noGrp="1"/>
          </p:cNvSpPr>
          <p:nvPr>
            <p:ph type="dt" idx="25"/>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Image">
    <p:spTree>
      <p:nvGrpSpPr>
        <p:cNvPr id="1" name=""/>
        <p:cNvGrpSpPr/>
        <p:nvPr/>
      </p:nvGrpSpPr>
      <p:grpSpPr>
        <a:xfrm>
          <a:off x="0" y="0"/>
          <a:ext cx="0" cy="0"/>
          <a:chOff x="0" y="0"/>
          <a:chExt cx="0" cy="0"/>
        </a:xfrm>
      </p:grpSpPr>
      <p:sp>
        <p:nvSpPr>
          <p:cNvPr id="206" name="PlaceHolder 1"/>
          <p:cNvSpPr>
            <a:spLocks noGrp="1"/>
          </p:cNvSpPr>
          <p:nvPr>
            <p:ph type="title"/>
          </p:nvPr>
        </p:nvSpPr>
        <p:spPr>
          <a:xfrm>
            <a:off x="468000" y="468000"/>
            <a:ext cx="9072000" cy="946440"/>
          </a:xfrm>
          <a:prstGeom prst="rect">
            <a:avLst/>
          </a:prstGeom>
          <a:noFill/>
          <a:ln w="0">
            <a:noFill/>
          </a:ln>
        </p:spPr>
        <p:txBody>
          <a:bodyPr lIns="0" tIns="0" rIns="0" bIns="0" anchor="ctr">
            <a:normAutofit/>
          </a:bodyPr>
          <a:p>
            <a:pPr indent="0" algn="ctr">
              <a:buNone/>
            </a:pPr>
            <a:endParaRPr lang="en-US" sz="4400" b="1" u="none" strike="noStrike">
              <a:solidFill>
                <a:srgbClr val="000000"/>
              </a:solidFill>
              <a:effectLst/>
              <a:uFillTx/>
              <a:latin typeface="Noto Sans"/>
            </a:endParaRPr>
          </a:p>
        </p:txBody>
      </p:sp>
      <p:sp>
        <p:nvSpPr>
          <p:cNvPr id="207" name="PlaceHolder 2"/>
          <p:cNvSpPr>
            <a:spLocks noGrp="1"/>
          </p:cNvSpPr>
          <p:nvPr>
            <p:ph type="subTitle"/>
          </p:nvPr>
        </p:nvSpPr>
        <p:spPr>
          <a:xfrm>
            <a:off x="468000" y="1800000"/>
            <a:ext cx="9072000" cy="328824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Noto Sans"/>
            </a:endParaRPr>
          </a:p>
        </p:txBody>
      </p:sp>
      <p:sp>
        <p:nvSpPr>
          <p:cNvPr id="4" name="PlaceHolder 3"/>
          <p:cNvSpPr>
            <a:spLocks noGrp="1"/>
          </p:cNvSpPr>
          <p:nvPr>
            <p:ph type="ftr" idx="26"/>
          </p:nvPr>
        </p:nvSpPr>
        <p:spPr/>
        <p:txBody>
          <a:bodyPr/>
          <a:p>
            <a:r>
              <a:t>Footer</a:t>
            </a:r>
          </a:p>
        </p:txBody>
      </p:sp>
      <p:sp>
        <p:nvSpPr>
          <p:cNvPr id="5" name="PlaceHolder 4"/>
          <p:cNvSpPr>
            <a:spLocks noGrp="1"/>
          </p:cNvSpPr>
          <p:nvPr>
            <p:ph type="sldNum" idx="27"/>
          </p:nvPr>
        </p:nvSpPr>
        <p:spPr/>
        <p:txBody>
          <a:bodyPr/>
          <a:p>
            <a:fld id="{E199D67C-894B-46D7-8402-AD74C0D00C90}" type="slidenum">
              <a:t>&lt;#&gt;</a:t>
            </a:fld>
          </a:p>
        </p:txBody>
      </p:sp>
      <p:sp>
        <p:nvSpPr>
          <p:cNvPr id="6" name="PlaceHolder 5"/>
          <p:cNvSpPr>
            <a:spLocks noGrp="1"/>
          </p:cNvSpPr>
          <p:nvPr>
            <p:ph type="dt" idx="25"/>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Image">
    <p:spTree>
      <p:nvGrpSpPr>
        <p:cNvPr id="1" name=""/>
        <p:cNvGrpSpPr/>
        <p:nvPr/>
      </p:nvGrpSpPr>
      <p:grpSpPr>
        <a:xfrm>
          <a:off x="0" y="0"/>
          <a:ext cx="0" cy="0"/>
          <a:chOff x="0" y="0"/>
          <a:chExt cx="0" cy="0"/>
        </a:xfrm>
      </p:grpSpPr>
      <p:sp>
        <p:nvSpPr>
          <p:cNvPr id="208" name="PlaceHolder 1"/>
          <p:cNvSpPr>
            <a:spLocks noGrp="1"/>
          </p:cNvSpPr>
          <p:nvPr>
            <p:ph type="title"/>
          </p:nvPr>
        </p:nvSpPr>
        <p:spPr>
          <a:xfrm>
            <a:off x="468000" y="468000"/>
            <a:ext cx="9072000" cy="946440"/>
          </a:xfrm>
          <a:prstGeom prst="rect">
            <a:avLst/>
          </a:prstGeom>
          <a:noFill/>
          <a:ln w="0">
            <a:noFill/>
          </a:ln>
        </p:spPr>
        <p:txBody>
          <a:bodyPr lIns="0" tIns="0" rIns="0" bIns="0" anchor="ctr">
            <a:normAutofit/>
          </a:bodyPr>
          <a:p>
            <a:pPr indent="0" algn="ctr">
              <a:buNone/>
            </a:pPr>
            <a:endParaRPr lang="en-US" sz="4400" b="1" u="none" strike="noStrike">
              <a:solidFill>
                <a:srgbClr val="000000"/>
              </a:solidFill>
              <a:effectLst/>
              <a:uFillTx/>
              <a:latin typeface="Noto Sans"/>
            </a:endParaRPr>
          </a:p>
        </p:txBody>
      </p:sp>
      <p:sp>
        <p:nvSpPr>
          <p:cNvPr id="209" name="PlaceHolder 2"/>
          <p:cNvSpPr>
            <a:spLocks noGrp="1"/>
          </p:cNvSpPr>
          <p:nvPr>
            <p:ph/>
          </p:nvPr>
        </p:nvSpPr>
        <p:spPr>
          <a:xfrm>
            <a:off x="468000" y="1800000"/>
            <a:ext cx="9072000" cy="328824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Noto Sans"/>
            </a:endParaRPr>
          </a:p>
        </p:txBody>
      </p:sp>
      <p:sp>
        <p:nvSpPr>
          <p:cNvPr id="4" name="PlaceHolder 3"/>
          <p:cNvSpPr>
            <a:spLocks noGrp="1"/>
          </p:cNvSpPr>
          <p:nvPr>
            <p:ph type="ftr" idx="26"/>
          </p:nvPr>
        </p:nvSpPr>
        <p:spPr/>
        <p:txBody>
          <a:bodyPr/>
          <a:p>
            <a:r>
              <a:t>Footer</a:t>
            </a:r>
          </a:p>
        </p:txBody>
      </p:sp>
      <p:sp>
        <p:nvSpPr>
          <p:cNvPr id="5" name="PlaceHolder 4"/>
          <p:cNvSpPr>
            <a:spLocks noGrp="1"/>
          </p:cNvSpPr>
          <p:nvPr>
            <p:ph type="sldNum" idx="27"/>
          </p:nvPr>
        </p:nvSpPr>
        <p:spPr/>
        <p:txBody>
          <a:bodyPr/>
          <a:p>
            <a:fld id="{0D80EFC4-6719-4283-8B54-6B50048967A2}" type="slidenum">
              <a:t>&lt;#&gt;</a:t>
            </a:fld>
          </a:p>
        </p:txBody>
      </p:sp>
      <p:sp>
        <p:nvSpPr>
          <p:cNvPr id="6" name="PlaceHolder 5"/>
          <p:cNvSpPr>
            <a:spLocks noGrp="1"/>
          </p:cNvSpPr>
          <p:nvPr>
            <p:ph type="dt" idx="25"/>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image" Target="../media/image1.jpeg"/><Relationship Id="rId5" Type="http://schemas.openxmlformats.org/officeDocument/2006/relationships/image" Target="../media/image1.jpeg"/><Relationship Id="rId6" Type="http://schemas.openxmlformats.org/officeDocument/2006/relationships/image" Target="../media/image1.jpeg"/><Relationship Id="rId7" Type="http://schemas.openxmlformats.org/officeDocument/2006/relationships/image" Target="../media/image1.jpeg"/><Relationship Id="rId8" Type="http://schemas.openxmlformats.org/officeDocument/2006/relationships/image" Target="../media/image1.jpeg"/><Relationship Id="rId9" Type="http://schemas.openxmlformats.org/officeDocument/2006/relationships/image" Target="../media/image1.jpeg"/><Relationship Id="rId10" Type="http://schemas.openxmlformats.org/officeDocument/2006/relationships/image" Target="../media/image2.png"/><Relationship Id="rId11" Type="http://schemas.openxmlformats.org/officeDocument/2006/relationships/image" Target="../media/image3.svg"/><Relationship Id="rId12" Type="http://schemas.openxmlformats.org/officeDocument/2006/relationships/slideLayout" Target="../slideLayouts/slideLayout3.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image" Target="../media/image1.jpeg"/><Relationship Id="rId5" Type="http://schemas.openxmlformats.org/officeDocument/2006/relationships/image" Target="../media/image1.jpeg"/><Relationship Id="rId6" Type="http://schemas.openxmlformats.org/officeDocument/2006/relationships/image" Target="../media/image1.jpeg"/><Relationship Id="rId7" Type="http://schemas.openxmlformats.org/officeDocument/2006/relationships/image" Target="../media/image1.jpeg"/><Relationship Id="rId8" Type="http://schemas.openxmlformats.org/officeDocument/2006/relationships/slideLayout" Target="../slideLayouts/slideLayout4.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5.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6.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7.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jpeg"/><Relationship Id="rId3" Type="http://schemas.openxmlformats.org/officeDocument/2006/relationships/image" Target="../media/image4.jpeg"/><Relationship Id="rId4" Type="http://schemas.openxmlformats.org/officeDocument/2006/relationships/image" Target="../media/image1.jpeg"/><Relationship Id="rId5" Type="http://schemas.openxmlformats.org/officeDocument/2006/relationships/image" Target="../media/image1.jpeg"/><Relationship Id="rId6" Type="http://schemas.openxmlformats.org/officeDocument/2006/relationships/slideLayout" Target="../slideLayouts/slideLayout8.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image" Target="../media/image1.jpeg"/><Relationship Id="rId5" Type="http://schemas.openxmlformats.org/officeDocument/2006/relationships/image" Target="../media/image1.jpeg"/><Relationship Id="rId6" Type="http://schemas.openxmlformats.org/officeDocument/2006/relationships/image" Target="../media/image1.jpeg"/><Relationship Id="rId7" Type="http://schemas.openxmlformats.org/officeDocument/2006/relationships/image" Target="../media/image1.jpeg"/><Relationship Id="rId8" Type="http://schemas.openxmlformats.org/officeDocument/2006/relationships/image" Target="../media/image1.jpeg"/><Relationship Id="rId9" Type="http://schemas.openxmlformats.org/officeDocument/2006/relationships/image" Target="../media/image1.jpeg"/><Relationship Id="rId10" Type="http://schemas.openxmlformats.org/officeDocument/2006/relationships/image" Target="../media/image1.jpeg"/><Relationship Id="rId11" Type="http://schemas.openxmlformats.org/officeDocument/2006/relationships/image" Target="../media/image1.jpeg"/><Relationship Id="rId12" Type="http://schemas.openxmlformats.org/officeDocument/2006/relationships/image" Target="../media/image1.jpeg"/><Relationship Id="rId13" Type="http://schemas.openxmlformats.org/officeDocument/2006/relationships/image" Target="../media/image1.jpeg"/><Relationship Id="rId14" Type="http://schemas.openxmlformats.org/officeDocument/2006/relationships/image" Target="../media/image1.jpeg"/><Relationship Id="rId15" Type="http://schemas.openxmlformats.org/officeDocument/2006/relationships/image" Target="../media/image1.jpeg"/><Relationship Id="rId16" Type="http://schemas.openxmlformats.org/officeDocument/2006/relationships/image" Target="../media/image1.jpeg"/><Relationship Id="rId17" Type="http://schemas.openxmlformats.org/officeDocument/2006/relationships/slideLayout" Target="../slideLayouts/slideLayout9.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 name=""/>
          <p:cNvGrpSpPr/>
          <p:nvPr/>
        </p:nvGrpSpPr>
        <p:grpSpPr>
          <a:xfrm>
            <a:off x="0" y="0"/>
            <a:ext cx="10080720" cy="4114800"/>
            <a:chOff x="0" y="0"/>
            <a:chExt cx="10080720" cy="4114800"/>
          </a:xfrm>
        </p:grpSpPr>
        <p:sp>
          <p:nvSpPr>
            <p:cNvPr id="3" name=""/>
            <p:cNvSpPr/>
            <p:nvPr/>
          </p:nvSpPr>
          <p:spPr>
            <a:xfrm>
              <a:off x="0" y="0"/>
              <a:ext cx="10080720" cy="4114800"/>
            </a:xfrm>
            <a:prstGeom prst="rect">
              <a:avLst/>
            </a:prstGeom>
            <a:solidFill>
              <a:srgbClr val="E9ECEF"/>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4" name=""/>
            <p:cNvSpPr/>
            <p:nvPr/>
          </p:nvSpPr>
          <p:spPr>
            <a:xfrm>
              <a:off x="0" y="0"/>
              <a:ext cx="10080720" cy="4114800"/>
            </a:xfrm>
            <a:prstGeom prst="rect">
              <a:avLst/>
            </a:prstGeom>
            <a:solidFill>
              <a:srgbClr val="E9ECEF"/>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5" name=""/>
            <p:cNvSpPr/>
            <p:nvPr/>
          </p:nvSpPr>
          <p:spPr>
            <a:xfrm>
              <a:off x="0" y="1280160"/>
              <a:ext cx="1554480" cy="640080"/>
            </a:xfrm>
            <a:prstGeom prst="rect">
              <a:avLst/>
            </a:prstGeom>
            <a:solidFill>
              <a:srgbClr val="343A40">
                <a:alpha val="20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FFFFFF"/>
                </a:solidFill>
                <a:effectLst/>
                <a:uFillTx/>
                <a:latin typeface="Noto Sans"/>
              </a:endParaRPr>
            </a:p>
          </p:txBody>
        </p:sp>
        <p:sp>
          <p:nvSpPr>
            <p:cNvPr id="6" name=""/>
            <p:cNvSpPr/>
            <p:nvPr/>
          </p:nvSpPr>
          <p:spPr>
            <a:xfrm>
              <a:off x="914400" y="1920240"/>
              <a:ext cx="1280160" cy="1828800"/>
            </a:xfrm>
            <a:prstGeom prst="rect">
              <a:avLst/>
            </a:prstGeom>
            <a:solidFill>
              <a:srgbClr val="CED4DA"/>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7" name=""/>
            <p:cNvSpPr/>
            <p:nvPr/>
          </p:nvSpPr>
          <p:spPr>
            <a:xfrm>
              <a:off x="2194560" y="548640"/>
              <a:ext cx="1280160" cy="1828800"/>
            </a:xfrm>
            <a:prstGeom prst="rect">
              <a:avLst/>
            </a:prstGeom>
            <a:solidFill>
              <a:srgbClr val="DEE2E6"/>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8" name=""/>
            <p:cNvSpPr/>
            <p:nvPr/>
          </p:nvSpPr>
          <p:spPr>
            <a:xfrm>
              <a:off x="3474720" y="1188720"/>
              <a:ext cx="365760" cy="365760"/>
            </a:xfrm>
            <a:prstGeom prst="rect">
              <a:avLst/>
            </a:prstGeom>
            <a:solidFill>
              <a:srgbClr val="ADB5BD"/>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9" name=""/>
            <p:cNvSpPr/>
            <p:nvPr/>
          </p:nvSpPr>
          <p:spPr>
            <a:xfrm>
              <a:off x="4206240" y="0"/>
              <a:ext cx="1463040" cy="914400"/>
            </a:xfrm>
            <a:prstGeom prst="rect">
              <a:avLst/>
            </a:prstGeom>
            <a:solidFill>
              <a:srgbClr val="6C757D"/>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FFFFFF"/>
                </a:solidFill>
                <a:effectLst/>
                <a:uFillTx/>
                <a:latin typeface="Noto Sans"/>
              </a:endParaRPr>
            </a:p>
          </p:txBody>
        </p:sp>
        <p:sp>
          <p:nvSpPr>
            <p:cNvPr id="10" name=""/>
            <p:cNvSpPr/>
            <p:nvPr/>
          </p:nvSpPr>
          <p:spPr>
            <a:xfrm>
              <a:off x="4663440" y="914400"/>
              <a:ext cx="1005840" cy="457200"/>
            </a:xfrm>
            <a:prstGeom prst="rect">
              <a:avLst/>
            </a:prstGeom>
            <a:solidFill>
              <a:srgbClr val="DEE2E6"/>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11" name=""/>
            <p:cNvSpPr/>
            <p:nvPr/>
          </p:nvSpPr>
          <p:spPr>
            <a:xfrm>
              <a:off x="3474720" y="1737360"/>
              <a:ext cx="3108960" cy="1005840"/>
            </a:xfrm>
            <a:prstGeom prst="rect">
              <a:avLst/>
            </a:prstGeom>
            <a:solidFill>
              <a:srgbClr val="CED4DA"/>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12" name=""/>
            <p:cNvSpPr/>
            <p:nvPr/>
          </p:nvSpPr>
          <p:spPr>
            <a:xfrm>
              <a:off x="4114800" y="2743200"/>
              <a:ext cx="1463040" cy="1005840"/>
            </a:xfrm>
            <a:prstGeom prst="rect">
              <a:avLst/>
            </a:prstGeom>
            <a:solidFill>
              <a:srgbClr val="ADB5BD"/>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13" name=""/>
            <p:cNvSpPr/>
            <p:nvPr/>
          </p:nvSpPr>
          <p:spPr>
            <a:xfrm>
              <a:off x="6583680" y="1463040"/>
              <a:ext cx="1554480" cy="457200"/>
            </a:xfrm>
            <a:prstGeom prst="rect">
              <a:avLst/>
            </a:prstGeom>
            <a:solidFill>
              <a:srgbClr val="B2B2B2">
                <a:alpha val="65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14" name=""/>
            <p:cNvSpPr/>
            <p:nvPr/>
          </p:nvSpPr>
          <p:spPr>
            <a:xfrm>
              <a:off x="7315200" y="1920240"/>
              <a:ext cx="1463040" cy="1645920"/>
            </a:xfrm>
            <a:prstGeom prst="rect">
              <a:avLst/>
            </a:prstGeom>
            <a:solidFill>
              <a:srgbClr val="B2B2B2">
                <a:alpha val="35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15" name=""/>
            <p:cNvSpPr/>
            <p:nvPr/>
          </p:nvSpPr>
          <p:spPr>
            <a:xfrm>
              <a:off x="2743200" y="2377440"/>
              <a:ext cx="548640" cy="822960"/>
            </a:xfrm>
            <a:prstGeom prst="rect">
              <a:avLst/>
            </a:prstGeom>
            <a:solidFill>
              <a:srgbClr val="F4F4F9"/>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16" name=""/>
            <p:cNvSpPr/>
            <p:nvPr/>
          </p:nvSpPr>
          <p:spPr>
            <a:xfrm>
              <a:off x="8595360" y="0"/>
              <a:ext cx="1485360" cy="1463040"/>
            </a:xfrm>
            <a:prstGeom prst="rect">
              <a:avLst/>
            </a:prstGeom>
            <a:solidFill>
              <a:srgbClr val="DDDDDD"/>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17" name=""/>
            <p:cNvSpPr/>
            <p:nvPr/>
          </p:nvSpPr>
          <p:spPr>
            <a:xfrm>
              <a:off x="6766560" y="0"/>
              <a:ext cx="274320" cy="1005840"/>
            </a:xfrm>
            <a:prstGeom prst="rect">
              <a:avLst/>
            </a:prstGeom>
            <a:solidFill>
              <a:srgbClr val="2F4550">
                <a:alpha val="50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FFFFFF"/>
                </a:solidFill>
                <a:effectLst/>
                <a:uFillTx/>
                <a:latin typeface="Noto Sans"/>
              </a:endParaRPr>
            </a:p>
          </p:txBody>
        </p:sp>
        <p:sp>
          <p:nvSpPr>
            <p:cNvPr id="18" name=""/>
            <p:cNvSpPr/>
            <p:nvPr/>
          </p:nvSpPr>
          <p:spPr>
            <a:xfrm>
              <a:off x="1554480" y="0"/>
              <a:ext cx="182880" cy="914400"/>
            </a:xfrm>
            <a:prstGeom prst="rect">
              <a:avLst/>
            </a:prstGeom>
            <a:solidFill>
              <a:srgbClr val="808080"/>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FFFFFF"/>
                </a:solidFill>
                <a:effectLst/>
                <a:uFillTx/>
                <a:latin typeface="Noto Sans"/>
              </a:endParaRPr>
            </a:p>
          </p:txBody>
        </p:sp>
        <p:sp>
          <p:nvSpPr>
            <p:cNvPr id="19" name=""/>
            <p:cNvSpPr/>
            <p:nvPr/>
          </p:nvSpPr>
          <p:spPr>
            <a:xfrm>
              <a:off x="0" y="3017520"/>
              <a:ext cx="365760" cy="1097280"/>
            </a:xfrm>
            <a:prstGeom prst="rect">
              <a:avLst/>
            </a:prstGeom>
            <a:solidFill>
              <a:srgbClr val="F4F4F9"/>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20" name=""/>
            <p:cNvSpPr/>
            <p:nvPr/>
          </p:nvSpPr>
          <p:spPr>
            <a:xfrm>
              <a:off x="9601200" y="2560320"/>
              <a:ext cx="365760" cy="1554480"/>
            </a:xfrm>
            <a:prstGeom prst="rect">
              <a:avLst/>
            </a:prstGeom>
            <a:solidFill>
              <a:srgbClr val="B2B2B2"/>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21" name=""/>
            <p:cNvSpPr/>
            <p:nvPr/>
          </p:nvSpPr>
          <p:spPr>
            <a:xfrm>
              <a:off x="8778240" y="1828800"/>
              <a:ext cx="365760" cy="365760"/>
            </a:xfrm>
            <a:prstGeom prst="rect">
              <a:avLst/>
            </a:prstGeom>
            <a:solidFill>
              <a:srgbClr val="ADB5BD"/>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grpSp>
      <p:sp>
        <p:nvSpPr>
          <p:cNvPr id="22" name=""/>
          <p:cNvSpPr/>
          <p:nvPr/>
        </p:nvSpPr>
        <p:spPr>
          <a:xfrm>
            <a:off x="7560000" y="4320000"/>
            <a:ext cx="0" cy="1260000"/>
          </a:xfrm>
          <a:prstGeom prst="line">
            <a:avLst/>
          </a:prstGeom>
          <a:ln w="54720">
            <a:solidFill>
              <a:srgbClr val="999999"/>
            </a:solidFill>
            <a:round/>
          </a:ln>
        </p:spPr>
        <p:style>
          <a:lnRef idx="0"/>
          <a:fillRef idx="0"/>
          <a:effectRef idx="0"/>
          <a:fontRef idx="minor"/>
        </p:style>
        <p:txBody>
          <a:bodyPr lIns="117360" tIns="72360" rIns="117360" bIns="72360" anchor="t">
            <a:noAutofit/>
          </a:bodyPr>
          <a:p>
            <a:endParaRPr lang="en-US" sz="1800" b="0" u="none" strike="noStrike">
              <a:solidFill>
                <a:srgbClr val="000000"/>
              </a:solidFill>
              <a:effectLst/>
              <a:uFillTx/>
              <a:latin typeface="Noto Sans"/>
            </a:endParaRPr>
          </a:p>
        </p:txBody>
      </p:sp>
      <p:sp>
        <p:nvSpPr>
          <p:cNvPr id="23" name="PlaceHolder 1"/>
          <p:cNvSpPr>
            <a:spLocks noGrp="1"/>
          </p:cNvSpPr>
          <p:nvPr>
            <p:ph type="title"/>
          </p:nvPr>
        </p:nvSpPr>
        <p:spPr>
          <a:xfrm>
            <a:off x="360000" y="4114800"/>
            <a:ext cx="7020000" cy="1440000"/>
          </a:xfrm>
          <a:prstGeom prst="rect">
            <a:avLst/>
          </a:prstGeom>
          <a:noFill/>
          <a:ln w="0">
            <a:noFill/>
          </a:ln>
        </p:spPr>
        <p:txBody>
          <a:bodyPr lIns="0" tIns="0" rIns="0" bIns="0" anchor="ctr">
            <a:normAutofit lnSpcReduction="9999"/>
          </a:bodyPr>
          <a:lstStyle>
            <a:lvl1pPr indent="0" algn="r">
              <a:buNone/>
              <a:defRPr lang="en-US" sz="4400" b="1" u="none" strike="noStrike">
                <a:solidFill>
                  <a:srgbClr val="000000"/>
                </a:solidFill>
                <a:effectLst/>
                <a:uFillTx/>
                <a:latin typeface="Noto Sans"/>
              </a:defRPr>
            </a:lvl1pPr>
          </a:lstStyle>
          <a:p>
            <a:pPr indent="0" algn="r">
              <a:buNone/>
            </a:pPr>
            <a:r>
              <a:rPr lang="en-US" sz="4400" b="1" u="none" strike="noStrike">
                <a:solidFill>
                  <a:srgbClr val="000000"/>
                </a:solidFill>
                <a:effectLst/>
                <a:uFillTx/>
                <a:latin typeface="Noto Sans"/>
              </a:rPr>
              <a:t>Click to edit the title text format</a:t>
            </a:r>
            <a:endParaRPr lang="en-US" sz="4400" b="1" u="none" strike="noStrike">
              <a:solidFill>
                <a:srgbClr val="000000"/>
              </a:solidFill>
              <a:effectLst/>
              <a:uFillTx/>
              <a:latin typeface="Noto Sans"/>
            </a:endParaRPr>
          </a:p>
        </p:txBody>
      </p:sp>
      <p:sp>
        <p:nvSpPr>
          <p:cNvPr id="24" name="PlaceHolder 2"/>
          <p:cNvSpPr>
            <a:spLocks noGrp="1"/>
          </p:cNvSpPr>
          <p:nvPr>
            <p:ph type="body"/>
          </p:nvPr>
        </p:nvSpPr>
        <p:spPr>
          <a:xfrm>
            <a:off x="468000" y="468000"/>
            <a:ext cx="9144000" cy="363600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Noto Sans"/>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Noto Sans"/>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Noto Sans"/>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Noto Sans"/>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Noto Sans"/>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Noto Sans"/>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Noto Sans"/>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Noto Sans"/>
              </a:rPr>
              <a:t>Click to edit the outline text format</a:t>
            </a:r>
            <a:endParaRPr lang="en-US" sz="3200" b="0" u="none" strike="noStrike">
              <a:solidFill>
                <a:srgbClr val="000000"/>
              </a:solidFill>
              <a:effectLst/>
              <a:uFillTx/>
              <a:latin typeface="Noto Sans"/>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Noto Sans"/>
              </a:rPr>
              <a:t>Second Outline Level</a:t>
            </a:r>
            <a:endParaRPr lang="en-US" sz="2800" b="0" u="none" strike="noStrike">
              <a:solidFill>
                <a:srgbClr val="000000"/>
              </a:solidFill>
              <a:effectLst/>
              <a:uFillTx/>
              <a:latin typeface="Noto Sans"/>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Noto Sans"/>
              </a:rPr>
              <a:t>Third Outline Level</a:t>
            </a:r>
            <a:endParaRPr lang="en-US" sz="2400" b="0" u="none" strike="noStrike">
              <a:solidFill>
                <a:srgbClr val="000000"/>
              </a:solidFill>
              <a:effectLst/>
              <a:uFillTx/>
              <a:latin typeface="Noto Sans"/>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Noto Sans"/>
              </a:rPr>
              <a:t>Fourth Outline Level</a:t>
            </a:r>
            <a:endParaRPr lang="en-US" sz="2000" b="0" u="none" strike="noStrike">
              <a:solidFill>
                <a:srgbClr val="000000"/>
              </a:solidFill>
              <a:effectLst/>
              <a:uFillTx/>
              <a:latin typeface="Noto Sans"/>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Noto Sans"/>
              </a:rPr>
              <a:t>Fifth Outline Level</a:t>
            </a:r>
            <a:endParaRPr lang="en-US" sz="2000" b="0" u="none" strike="noStrike">
              <a:solidFill>
                <a:srgbClr val="000000"/>
              </a:solidFill>
              <a:effectLst/>
              <a:uFillTx/>
              <a:latin typeface="Noto Sans"/>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Noto Sans"/>
              </a:rPr>
              <a:t>Sixth Outline Level</a:t>
            </a:r>
            <a:endParaRPr lang="en-US" sz="2000" b="0" u="none" strike="noStrike">
              <a:solidFill>
                <a:srgbClr val="000000"/>
              </a:solidFill>
              <a:effectLst/>
              <a:uFillTx/>
              <a:latin typeface="Noto Sans"/>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Noto Sans"/>
              </a:rPr>
              <a:t>Seventh Outline Level</a:t>
            </a:r>
            <a:endParaRPr lang="en-US" sz="2000" b="0" u="none" strike="noStrike">
              <a:solidFill>
                <a:srgbClr val="000000"/>
              </a:solidFill>
              <a:effectLst/>
              <a:uFillTx/>
              <a:latin typeface="Noto Sans"/>
            </a:endParaRPr>
          </a:p>
        </p:txBody>
      </p:sp>
      <p:sp>
        <p:nvSpPr>
          <p:cNvPr id="25" name="PlaceHolder 3"/>
          <p:cNvSpPr>
            <a:spLocks noGrp="1"/>
          </p:cNvSpPr>
          <p:nvPr>
            <p:ph type="dt" idx="1"/>
          </p:nvPr>
        </p:nvSpPr>
        <p:spPr>
          <a:xfrm>
            <a:off x="7740000" y="4860000"/>
            <a:ext cx="2052000" cy="216000"/>
          </a:xfrm>
          <a:prstGeom prst="rect">
            <a:avLst/>
          </a:prstGeom>
          <a:noFill/>
          <a:ln w="0">
            <a:noFill/>
          </a:ln>
        </p:spPr>
        <p:txBody>
          <a:bodyPr lIns="0" tIns="0" rIns="0" bIns="0" anchor="t">
            <a:noAutofit/>
          </a:bodyPr>
          <a:lstStyle>
            <a:lvl1pPr indent="0" algn="l">
              <a:buNone/>
              <a:defRPr lang="en-US" sz="1400" b="0" u="none" strike="noStrike">
                <a:solidFill>
                  <a:srgbClr val="000000"/>
                </a:solidFill>
                <a:effectLst/>
                <a:uFillTx/>
                <a:latin typeface="Noto Sans"/>
              </a:defRPr>
            </a:lvl1pPr>
          </a:lstStyle>
          <a:p>
            <a:pPr indent="0" algn="l">
              <a:buNone/>
            </a:pPr>
            <a:r>
              <a:rPr lang="en-US" sz="1400" b="0" u="none" strike="noStrike">
                <a:solidFill>
                  <a:srgbClr val="000000"/>
                </a:solidFill>
                <a:effectLst/>
                <a:uFillTx/>
                <a:latin typeface="Noto Sans"/>
              </a:rPr>
              <a:t>&lt;date/time&gt;</a:t>
            </a:r>
            <a:endParaRPr lang="en-US" sz="1400" b="0" u="none" strike="noStrike">
              <a:solidFill>
                <a:srgbClr val="000000"/>
              </a:solidFill>
              <a:effectLst/>
              <a:uFillTx/>
              <a:latin typeface="Noto Sans"/>
            </a:endParaRPr>
          </a:p>
        </p:txBody>
      </p:sp>
      <p:sp>
        <p:nvSpPr>
          <p:cNvPr id="26" name="PlaceHolder 4"/>
          <p:cNvSpPr>
            <a:spLocks noGrp="1"/>
          </p:cNvSpPr>
          <p:nvPr>
            <p:ph type="ftr" idx="2"/>
          </p:nvPr>
        </p:nvSpPr>
        <p:spPr>
          <a:xfrm>
            <a:off x="7740000" y="4392000"/>
            <a:ext cx="2052000" cy="216000"/>
          </a:xfrm>
          <a:prstGeom prst="rect">
            <a:avLst/>
          </a:prstGeom>
          <a:noFill/>
          <a:ln w="0">
            <a:noFill/>
          </a:ln>
        </p:spPr>
        <p:txBody>
          <a:bodyPr lIns="0" tIns="0" rIns="0" bIns="0" anchor="t">
            <a:noAutofit/>
          </a:bodyPr>
          <a:lstStyle>
            <a:lvl1pPr indent="0" algn="l">
              <a:buNone/>
              <a:defRPr lang="en-US" sz="1400" b="0" u="none" strike="noStrike">
                <a:solidFill>
                  <a:srgbClr val="000000"/>
                </a:solidFill>
                <a:effectLst/>
                <a:uFillTx/>
                <a:latin typeface="Noto Sans"/>
              </a:defRPr>
            </a:lvl1pPr>
          </a:lstStyle>
          <a:p>
            <a:pPr indent="0" algn="l">
              <a:buNone/>
            </a:pPr>
            <a:r>
              <a:rPr lang="en-US" sz="1400" b="0" u="none" strike="noStrike">
                <a:solidFill>
                  <a:srgbClr val="000000"/>
                </a:solidFill>
                <a:effectLst/>
                <a:uFillTx/>
                <a:latin typeface="Noto Sans"/>
              </a:rPr>
              <a:t>&lt;footer&gt;</a:t>
            </a:r>
            <a:endParaRPr lang="en-US" sz="1400" b="0" u="none" strike="noStrike">
              <a:solidFill>
                <a:srgbClr val="000000"/>
              </a:solidFill>
              <a:effectLst/>
              <a:uFillTx/>
              <a:latin typeface="Noto Sans"/>
            </a:endParaRPr>
          </a:p>
        </p:txBody>
      </p:sp>
      <p:sp>
        <p:nvSpPr>
          <p:cNvPr id="27" name="PlaceHolder 5"/>
          <p:cNvSpPr>
            <a:spLocks noGrp="1"/>
          </p:cNvSpPr>
          <p:nvPr>
            <p:ph type="sldNum" idx="3"/>
          </p:nvPr>
        </p:nvSpPr>
        <p:spPr>
          <a:xfrm>
            <a:off x="7740000" y="5166000"/>
            <a:ext cx="2052000" cy="21600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Noto Sans"/>
              </a:defRPr>
            </a:lvl1pPr>
          </a:lstStyle>
          <a:p>
            <a:pPr indent="0" algn="r">
              <a:buNone/>
            </a:pPr>
            <a:fld id="{60C4BA49-53E7-403F-AF94-2E226811172F}" type="slidenum">
              <a:rPr lang="en-US" sz="1400" b="0" u="none" strike="noStrike">
                <a:solidFill>
                  <a:srgbClr val="000000"/>
                </a:solidFill>
                <a:effectLst/>
                <a:uFillTx/>
                <a:latin typeface="Noto Sans"/>
              </a:rPr>
              <a:t>&lt;number&gt;</a:t>
            </a:fld>
            <a:endParaRPr lang="en-US" sz="1400" b="0" u="none" strike="noStrike">
              <a:solidFill>
                <a:srgbClr val="000000"/>
              </a:solidFill>
              <a:effectLst/>
              <a:uFillTx/>
              <a:latin typeface="Noto Sans"/>
            </a:endParaRP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32" name=""/>
          <p:cNvGrpSpPr/>
          <p:nvPr/>
        </p:nvGrpSpPr>
        <p:grpSpPr>
          <a:xfrm>
            <a:off x="8540280" y="5065920"/>
            <a:ext cx="1280160" cy="548640"/>
            <a:chOff x="8540280" y="5065920"/>
            <a:chExt cx="1280160" cy="548640"/>
          </a:xfrm>
        </p:grpSpPr>
        <p:sp>
          <p:nvSpPr>
            <p:cNvPr id="33" name=""/>
            <p:cNvSpPr/>
            <p:nvPr/>
          </p:nvSpPr>
          <p:spPr>
            <a:xfrm flipV="1" rot="21598800">
              <a:off x="9637560" y="5431680"/>
              <a:ext cx="182880" cy="182880"/>
            </a:xfrm>
            <a:prstGeom prst="ellipse">
              <a:avLst/>
            </a:prstGeom>
            <a:blipFill rotWithShape="0">
              <a:blip r:embed="rId2"/>
              <a:srcRect/>
              <a:tile tx="0" ty="0" sx="74822" sy="74822" algn="ctr"/>
            </a:blipFill>
            <a:ln w="0">
              <a:noFill/>
            </a:ln>
            <a:effectLst>
              <a:outerShdw dist="103350" dir="2700000" rotWithShape="0">
                <a:srgbClr val="808080">
                  <a:alpha val="65000"/>
                </a:srgbClr>
              </a:outerShdw>
            </a:effectLst>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34" name=""/>
            <p:cNvSpPr/>
            <p:nvPr/>
          </p:nvSpPr>
          <p:spPr>
            <a:xfrm flipV="1" rot="21598800">
              <a:off x="9271800" y="5431680"/>
              <a:ext cx="182880" cy="182880"/>
            </a:xfrm>
            <a:prstGeom prst="ellipse">
              <a:avLst/>
            </a:prstGeom>
            <a:blipFill rotWithShape="0">
              <a:blip r:embed="rId3"/>
              <a:srcRect/>
              <a:tile tx="0" ty="0" sx="74822" sy="74822" algn="ctr"/>
            </a:blipFill>
            <a:ln w="0">
              <a:noFill/>
            </a:ln>
            <a:effectLst>
              <a:outerShdw dist="103350" dir="2700000" rotWithShape="0">
                <a:srgbClr val="808080">
                  <a:alpha val="65000"/>
                </a:srgbClr>
              </a:outerShdw>
            </a:effectLst>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35" name=""/>
            <p:cNvSpPr/>
            <p:nvPr/>
          </p:nvSpPr>
          <p:spPr>
            <a:xfrm flipV="1" rot="21598800">
              <a:off x="8906400" y="5431680"/>
              <a:ext cx="182880" cy="182880"/>
            </a:xfrm>
            <a:prstGeom prst="ellipse">
              <a:avLst/>
            </a:prstGeom>
            <a:blipFill rotWithShape="0">
              <a:blip r:embed="rId4"/>
              <a:srcRect/>
              <a:tile tx="0" ty="0" sx="74822" sy="74822" algn="ctr"/>
            </a:blipFill>
            <a:ln w="0">
              <a:noFill/>
            </a:ln>
            <a:effectLst>
              <a:outerShdw dist="103350" dir="2700000" rotWithShape="0">
                <a:srgbClr val="808080">
                  <a:alpha val="65000"/>
                </a:srgbClr>
              </a:outerShdw>
            </a:effectLst>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36" name=""/>
            <p:cNvSpPr/>
            <p:nvPr/>
          </p:nvSpPr>
          <p:spPr>
            <a:xfrm flipV="1" rot="21598800">
              <a:off x="8540280" y="5431680"/>
              <a:ext cx="182880" cy="182880"/>
            </a:xfrm>
            <a:prstGeom prst="ellipse">
              <a:avLst/>
            </a:prstGeom>
            <a:blipFill rotWithShape="0">
              <a:blip r:embed="rId5"/>
              <a:srcRect/>
              <a:tile tx="0" ty="0" sx="74822" sy="74822" algn="ctr"/>
            </a:blipFill>
            <a:ln w="0">
              <a:noFill/>
            </a:ln>
            <a:effectLst>
              <a:outerShdw dist="103350" dir="2700000" rotWithShape="0">
                <a:srgbClr val="808080">
                  <a:alpha val="65000"/>
                </a:srgbClr>
              </a:outerShdw>
            </a:effectLst>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37" name=""/>
            <p:cNvSpPr/>
            <p:nvPr/>
          </p:nvSpPr>
          <p:spPr>
            <a:xfrm flipV="1" rot="21598800">
              <a:off x="8540280" y="5065920"/>
              <a:ext cx="182880" cy="182880"/>
            </a:xfrm>
            <a:prstGeom prst="ellipse">
              <a:avLst/>
            </a:prstGeom>
            <a:blipFill rotWithShape="0">
              <a:blip r:embed="rId6"/>
              <a:srcRect/>
              <a:tile tx="0" ty="0" sx="74822" sy="74822" algn="ctr"/>
            </a:blipFill>
            <a:ln w="0">
              <a:noFill/>
            </a:ln>
            <a:effectLst>
              <a:outerShdw dist="103350" dir="2700000" rotWithShape="0">
                <a:srgbClr val="808080">
                  <a:alpha val="65000"/>
                </a:srgbClr>
              </a:outerShdw>
            </a:effectLst>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38" name=""/>
            <p:cNvSpPr/>
            <p:nvPr/>
          </p:nvSpPr>
          <p:spPr>
            <a:xfrm flipV="1" rot="21598800">
              <a:off x="8906400" y="5065920"/>
              <a:ext cx="182880" cy="182880"/>
            </a:xfrm>
            <a:prstGeom prst="ellipse">
              <a:avLst/>
            </a:prstGeom>
            <a:blipFill rotWithShape="0">
              <a:blip r:embed="rId7"/>
              <a:srcRect/>
              <a:tile tx="0" ty="0" sx="74822" sy="74822" algn="ctr"/>
            </a:blipFill>
            <a:ln w="0">
              <a:noFill/>
            </a:ln>
            <a:effectLst>
              <a:outerShdw dist="103350" dir="2700000" rotWithShape="0">
                <a:srgbClr val="808080">
                  <a:alpha val="65000"/>
                </a:srgbClr>
              </a:outerShdw>
            </a:effectLst>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39" name=""/>
            <p:cNvSpPr/>
            <p:nvPr/>
          </p:nvSpPr>
          <p:spPr>
            <a:xfrm flipV="1" rot="21598800">
              <a:off x="9271800" y="5066280"/>
              <a:ext cx="182880" cy="182880"/>
            </a:xfrm>
            <a:prstGeom prst="ellipse">
              <a:avLst/>
            </a:prstGeom>
            <a:blipFill rotWithShape="0">
              <a:blip r:embed="rId8"/>
              <a:srcRect/>
              <a:tile tx="0" ty="0" sx="74822" sy="74822" algn="ctr"/>
            </a:blipFill>
            <a:ln w="0">
              <a:noFill/>
            </a:ln>
            <a:effectLst>
              <a:outerShdw dist="103350" dir="2700000" rotWithShape="0">
                <a:srgbClr val="808080">
                  <a:alpha val="65000"/>
                </a:srgbClr>
              </a:outerShdw>
            </a:effectLst>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40" name=""/>
            <p:cNvSpPr/>
            <p:nvPr/>
          </p:nvSpPr>
          <p:spPr>
            <a:xfrm flipV="1" rot="21598800">
              <a:off x="9637560" y="5065920"/>
              <a:ext cx="182880" cy="182880"/>
            </a:xfrm>
            <a:prstGeom prst="ellipse">
              <a:avLst/>
            </a:prstGeom>
            <a:blipFill rotWithShape="0">
              <a:blip r:embed="rId9"/>
              <a:srcRect/>
              <a:tile tx="0" ty="0" sx="74822" sy="74822" algn="ctr"/>
            </a:blipFill>
            <a:ln w="0">
              <a:noFill/>
            </a:ln>
            <a:effectLst>
              <a:outerShdw dist="103350" dir="2700000" rotWithShape="0">
                <a:srgbClr val="808080">
                  <a:alpha val="65000"/>
                </a:srgbClr>
              </a:outerShdw>
            </a:effectLst>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grpSp>
      <p:sp>
        <p:nvSpPr>
          <p:cNvPr id="41" name=""/>
          <p:cNvSpPr/>
          <p:nvPr/>
        </p:nvSpPr>
        <p:spPr>
          <a:xfrm>
            <a:off x="1499760" y="1774080"/>
            <a:ext cx="2926080" cy="2926080"/>
          </a:xfrm>
          <a:prstGeom prst="ellipse">
            <a:avLst/>
          </a:prstGeom>
          <a:solidFill>
            <a:srgbClr val="CCCCCC">
              <a:alpha val="20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42" name=""/>
          <p:cNvSpPr/>
          <p:nvPr/>
        </p:nvSpPr>
        <p:spPr>
          <a:xfrm>
            <a:off x="1225080" y="1134360"/>
            <a:ext cx="1189080" cy="1188360"/>
          </a:xfrm>
          <a:prstGeom prst="ellipse">
            <a:avLst/>
          </a:prstGeom>
          <a:solidFill>
            <a:srgbClr val="CCCCCC">
              <a:alpha val="20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43" name=""/>
          <p:cNvSpPr/>
          <p:nvPr/>
        </p:nvSpPr>
        <p:spPr>
          <a:xfrm>
            <a:off x="3420000" y="4242960"/>
            <a:ext cx="640080" cy="640080"/>
          </a:xfrm>
          <a:prstGeom prst="ellipse">
            <a:avLst/>
          </a:prstGeom>
          <a:solidFill>
            <a:srgbClr val="CCCCCC">
              <a:alpha val="20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pic>
        <p:nvPicPr>
          <p:cNvPr id="44" name=""/>
          <p:cNvPicPr/>
          <p:nvPr/>
        </p:nvPicPr>
        <p:blipFill>
          <a:blip r:embed="rId10">
            <a:extLst>
              <a:ext uri="{96DAC541-7B7A-43D3-8B79-37D633B846F1}">
                <asvg:svgBlip xmlns:asvg="http://schemas.microsoft.com/office/drawing/2016/SVG/main" r:embed="rId11"/>
              </a:ext>
            </a:extLst>
          </a:blip>
          <a:stretch/>
        </p:blipFill>
        <p:spPr>
          <a:xfrm>
            <a:off x="4349520" y="792360"/>
            <a:ext cx="5526000" cy="4145400"/>
          </a:xfrm>
          <a:prstGeom prst="rect">
            <a:avLst/>
          </a:prstGeom>
          <a:noFill/>
          <a:ln w="0">
            <a:noFill/>
          </a:ln>
        </p:spPr>
      </p:pic>
      <p:sp>
        <p:nvSpPr>
          <p:cNvPr id="45" name="PlaceHolder 1"/>
          <p:cNvSpPr>
            <a:spLocks noGrp="1"/>
          </p:cNvSpPr>
          <p:nvPr>
            <p:ph type="title"/>
          </p:nvPr>
        </p:nvSpPr>
        <p:spPr>
          <a:xfrm>
            <a:off x="468000" y="468000"/>
            <a:ext cx="9072000" cy="946440"/>
          </a:xfrm>
          <a:prstGeom prst="rect">
            <a:avLst/>
          </a:prstGeom>
          <a:noFill/>
          <a:ln w="0">
            <a:noFill/>
          </a:ln>
        </p:spPr>
        <p:txBody>
          <a:bodyPr lIns="0" tIns="0" rIns="0" bIns="0" anchor="ctr">
            <a:normAutofit/>
          </a:bodyPr>
          <a:lstStyle>
            <a:lvl1pPr indent="0" algn="ctr">
              <a:buNone/>
              <a:defRPr lang="en-US" sz="4400" b="1" u="none" strike="noStrike">
                <a:solidFill>
                  <a:srgbClr val="000000"/>
                </a:solidFill>
                <a:effectLst/>
                <a:uFillTx/>
                <a:latin typeface="Noto Sans"/>
              </a:defRPr>
            </a:lvl1pPr>
          </a:lstStyle>
          <a:p>
            <a:pPr indent="0" algn="ctr">
              <a:buNone/>
            </a:pPr>
            <a:r>
              <a:rPr lang="en-US" sz="4400" b="1" u="none" strike="noStrike">
                <a:solidFill>
                  <a:srgbClr val="000000"/>
                </a:solidFill>
                <a:effectLst/>
                <a:uFillTx/>
                <a:latin typeface="Noto Sans"/>
              </a:rPr>
              <a:t>Click to edit the title text format</a:t>
            </a:r>
            <a:endParaRPr lang="en-US" sz="4400" b="1" u="none" strike="noStrike">
              <a:solidFill>
                <a:srgbClr val="000000"/>
              </a:solidFill>
              <a:effectLst/>
              <a:uFillTx/>
              <a:latin typeface="Noto Sans"/>
            </a:endParaRPr>
          </a:p>
        </p:txBody>
      </p:sp>
      <p:sp>
        <p:nvSpPr>
          <p:cNvPr id="46" name="PlaceHolder 2"/>
          <p:cNvSpPr>
            <a:spLocks noGrp="1"/>
          </p:cNvSpPr>
          <p:nvPr>
            <p:ph type="body"/>
          </p:nvPr>
        </p:nvSpPr>
        <p:spPr>
          <a:xfrm>
            <a:off x="468000" y="1800000"/>
            <a:ext cx="6163200" cy="3288240"/>
          </a:xfrm>
          <a:prstGeom prst="rect">
            <a:avLst/>
          </a:prstGeom>
          <a:noFill/>
          <a:ln w="0">
            <a:noFill/>
          </a:ln>
        </p:spPr>
        <p:txBody>
          <a:bodyPr lIns="0" tIns="0" rIns="0" bIns="0" anchor="t">
            <a:normAutofit fontScale="92500" lnSpcReduction="9999"/>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Noto Sans"/>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Noto Sans"/>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Noto Sans"/>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Noto Sans"/>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Noto Sans"/>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Noto Sans"/>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Noto Sans"/>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Noto Sans"/>
              </a:rPr>
              <a:t>Click to edit the outline text format</a:t>
            </a:r>
            <a:endParaRPr lang="en-US" sz="3200" b="0" u="none" strike="noStrike">
              <a:solidFill>
                <a:srgbClr val="000000"/>
              </a:solidFill>
              <a:effectLst/>
              <a:uFillTx/>
              <a:latin typeface="Noto Sans"/>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Noto Sans"/>
              </a:rPr>
              <a:t>Second Outline Level</a:t>
            </a:r>
            <a:endParaRPr lang="en-US" sz="2800" b="0" u="none" strike="noStrike">
              <a:solidFill>
                <a:srgbClr val="000000"/>
              </a:solidFill>
              <a:effectLst/>
              <a:uFillTx/>
              <a:latin typeface="Noto Sans"/>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Noto Sans"/>
              </a:rPr>
              <a:t>Third Outline Level</a:t>
            </a:r>
            <a:endParaRPr lang="en-US" sz="2400" b="0" u="none" strike="noStrike">
              <a:solidFill>
                <a:srgbClr val="000000"/>
              </a:solidFill>
              <a:effectLst/>
              <a:uFillTx/>
              <a:latin typeface="Noto Sans"/>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Noto Sans"/>
              </a:rPr>
              <a:t>Fourth Outline Level</a:t>
            </a:r>
            <a:endParaRPr lang="en-US" sz="2000" b="0" u="none" strike="noStrike">
              <a:solidFill>
                <a:srgbClr val="000000"/>
              </a:solidFill>
              <a:effectLst/>
              <a:uFillTx/>
              <a:latin typeface="Noto Sans"/>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Noto Sans"/>
              </a:rPr>
              <a:t>Fifth Outline Level</a:t>
            </a:r>
            <a:endParaRPr lang="en-US" sz="2000" b="0" u="none" strike="noStrike">
              <a:solidFill>
                <a:srgbClr val="000000"/>
              </a:solidFill>
              <a:effectLst/>
              <a:uFillTx/>
              <a:latin typeface="Noto Sans"/>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Noto Sans"/>
              </a:rPr>
              <a:t>Sixth Outline Level</a:t>
            </a:r>
            <a:endParaRPr lang="en-US" sz="2000" b="0" u="none" strike="noStrike">
              <a:solidFill>
                <a:srgbClr val="000000"/>
              </a:solidFill>
              <a:effectLst/>
              <a:uFillTx/>
              <a:latin typeface="Noto Sans"/>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Noto Sans"/>
              </a:rPr>
              <a:t>Seventh Outline Level</a:t>
            </a:r>
            <a:endParaRPr lang="en-US" sz="2000" b="0" u="none" strike="noStrike">
              <a:solidFill>
                <a:srgbClr val="000000"/>
              </a:solidFill>
              <a:effectLst/>
              <a:uFillTx/>
              <a:latin typeface="Noto Sans"/>
            </a:endParaRPr>
          </a:p>
        </p:txBody>
      </p:sp>
      <p:sp>
        <p:nvSpPr>
          <p:cNvPr id="47" name="PlaceHolder 3"/>
          <p:cNvSpPr>
            <a:spLocks noGrp="1"/>
          </p:cNvSpPr>
          <p:nvPr>
            <p:ph type="dt" idx="4"/>
          </p:nvPr>
        </p:nvSpPr>
        <p:spPr>
          <a:xfrm>
            <a:off x="468000" y="5166000"/>
            <a:ext cx="2348280" cy="39060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Noto Sans"/>
              </a:defRPr>
            </a:lvl1pPr>
          </a:lstStyle>
          <a:p>
            <a:pPr indent="0" algn="l">
              <a:buNone/>
            </a:pPr>
            <a:r>
              <a:rPr lang="en-US" sz="1400" b="0" u="none" strike="noStrike">
                <a:solidFill>
                  <a:srgbClr val="000000"/>
                </a:solidFill>
                <a:effectLst/>
                <a:uFillTx/>
                <a:latin typeface="Noto Sans"/>
              </a:rPr>
              <a:t>&lt;date/time&gt;</a:t>
            </a:r>
            <a:endParaRPr lang="en-US" sz="1400" b="0" u="none" strike="noStrike">
              <a:solidFill>
                <a:srgbClr val="000000"/>
              </a:solidFill>
              <a:effectLst/>
              <a:uFillTx/>
              <a:latin typeface="Noto Sans"/>
            </a:endParaRPr>
          </a:p>
        </p:txBody>
      </p:sp>
      <p:sp>
        <p:nvSpPr>
          <p:cNvPr id="48" name="PlaceHolder 4"/>
          <p:cNvSpPr>
            <a:spLocks noGrp="1"/>
          </p:cNvSpPr>
          <p:nvPr>
            <p:ph type="ftr" idx="5"/>
          </p:nvPr>
        </p:nvSpPr>
        <p:spPr>
          <a:xfrm>
            <a:off x="3442680" y="5166000"/>
            <a:ext cx="3195000" cy="390600"/>
          </a:xfrm>
          <a:prstGeom prst="rect">
            <a:avLst/>
          </a:prstGeom>
          <a:noFill/>
          <a:ln w="0">
            <a:noFill/>
          </a:ln>
        </p:spPr>
        <p:txBody>
          <a:bodyPr lIns="0" tIns="0" rIns="0" bIns="0" anchor="b">
            <a:noAutofit/>
          </a:bodyPr>
          <a:lstStyle>
            <a:lvl1pPr indent="0" algn="ctr">
              <a:buNone/>
              <a:defRPr lang="en-US" sz="1400" b="0" u="none" strike="noStrike">
                <a:solidFill>
                  <a:srgbClr val="000000"/>
                </a:solidFill>
                <a:effectLst/>
                <a:uFillTx/>
                <a:latin typeface="Noto Sans"/>
              </a:defRPr>
            </a:lvl1pPr>
          </a:lstStyle>
          <a:p>
            <a:pPr indent="0" algn="ctr">
              <a:buNone/>
            </a:pPr>
            <a:r>
              <a:rPr lang="en-US" sz="1400" b="0" u="none" strike="noStrike">
                <a:solidFill>
                  <a:srgbClr val="000000"/>
                </a:solidFill>
                <a:effectLst/>
                <a:uFillTx/>
                <a:latin typeface="Noto Sans"/>
              </a:rPr>
              <a:t>&lt;footer&gt;</a:t>
            </a:r>
            <a:endParaRPr lang="en-US" sz="1400" b="0" u="none" strike="noStrike">
              <a:solidFill>
                <a:srgbClr val="000000"/>
              </a:solidFill>
              <a:effectLst/>
              <a:uFillTx/>
              <a:latin typeface="Noto Sans"/>
            </a:endParaRPr>
          </a:p>
        </p:txBody>
      </p:sp>
      <p:sp>
        <p:nvSpPr>
          <p:cNvPr id="49" name="PlaceHolder 5"/>
          <p:cNvSpPr>
            <a:spLocks noGrp="1"/>
          </p:cNvSpPr>
          <p:nvPr>
            <p:ph type="sldNum" idx="6"/>
          </p:nvPr>
        </p:nvSpPr>
        <p:spPr>
          <a:xfrm>
            <a:off x="7227360" y="5166000"/>
            <a:ext cx="2348280" cy="39060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Noto Sans"/>
              </a:defRPr>
            </a:lvl1pPr>
          </a:lstStyle>
          <a:p>
            <a:pPr indent="0" algn="r">
              <a:buNone/>
            </a:pPr>
            <a:fld id="{B4F22ABF-EC16-4546-BEB2-C0D4D9DD82E6}" type="slidenum">
              <a:rPr lang="en-US" sz="1400" b="0" u="none" strike="noStrike">
                <a:solidFill>
                  <a:srgbClr val="000000"/>
                </a:solidFill>
                <a:effectLst/>
                <a:uFillTx/>
                <a:latin typeface="Noto Sans"/>
              </a:rPr>
              <a:t>&lt;number&gt;</a:t>
            </a:fld>
            <a:endParaRPr lang="en-US" sz="1400" b="0" u="none" strike="noStrike">
              <a:solidFill>
                <a:srgbClr val="000000"/>
              </a:solidFill>
              <a:effectLst/>
              <a:uFillTx/>
              <a:latin typeface="Noto Sans"/>
            </a:endParaRPr>
          </a:p>
        </p:txBody>
      </p:sp>
    </p:spTree>
  </p:cSld>
  <p:clrMap bg1="lt1" tx1="dk1" bg2="lt2" tx2="dk2" accent1="accent1" accent2="accent2" accent3="accent3" accent4="accent4" accent5="accent5" accent6="accent6" hlink="hlink" folHlink="folHlink"/>
  <p:sldLayoutIdLst>
    <p:sldLayoutId id="2147483652" r:id="rId1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52" name=""/>
          <p:cNvGrpSpPr/>
          <p:nvPr/>
        </p:nvGrpSpPr>
        <p:grpSpPr>
          <a:xfrm>
            <a:off x="7406640" y="3566160"/>
            <a:ext cx="2377440" cy="4297680"/>
            <a:chOff x="7406640" y="3566160"/>
            <a:chExt cx="2377440" cy="4297680"/>
          </a:xfrm>
        </p:grpSpPr>
        <p:sp>
          <p:nvSpPr>
            <p:cNvPr id="53" name=""/>
            <p:cNvSpPr/>
            <p:nvPr/>
          </p:nvSpPr>
          <p:spPr>
            <a:xfrm>
              <a:off x="8138160" y="4754880"/>
              <a:ext cx="457200" cy="2560320"/>
            </a:xfrm>
            <a:prstGeom prst="rect">
              <a:avLst/>
            </a:prstGeom>
            <a:blipFill rotWithShape="0">
              <a:blip r:embed="rId2"/>
              <a:srcRect/>
              <a:tile tx="0" ty="0" sx="74822" sy="74822" algn="ctr"/>
            </a:blip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54" name=""/>
            <p:cNvSpPr/>
            <p:nvPr/>
          </p:nvSpPr>
          <p:spPr>
            <a:xfrm>
              <a:off x="8961120" y="3566160"/>
              <a:ext cx="457200" cy="2560320"/>
            </a:xfrm>
            <a:prstGeom prst="rect">
              <a:avLst/>
            </a:prstGeom>
            <a:blipFill rotWithShape="0">
              <a:blip r:embed="rId3"/>
              <a:srcRect/>
              <a:tile tx="0" ty="0" sx="74822" sy="74822" algn="ctr"/>
            </a:blip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55" name=""/>
            <p:cNvSpPr/>
            <p:nvPr/>
          </p:nvSpPr>
          <p:spPr>
            <a:xfrm>
              <a:off x="7406640" y="5303520"/>
              <a:ext cx="457200" cy="2560320"/>
            </a:xfrm>
            <a:prstGeom prst="rect">
              <a:avLst/>
            </a:prstGeom>
            <a:blipFill rotWithShape="0">
              <a:blip r:embed="rId4"/>
              <a:srcRect/>
              <a:tile tx="0" ty="0" sx="74822" sy="74822" algn="ctr"/>
            </a:blip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56" name=""/>
            <p:cNvSpPr/>
            <p:nvPr/>
          </p:nvSpPr>
          <p:spPr>
            <a:xfrm>
              <a:off x="8503920" y="5120640"/>
              <a:ext cx="1280160" cy="91440"/>
            </a:xfrm>
            <a:prstGeom prst="rect">
              <a:avLst/>
            </a:prstGeom>
            <a:solidFill>
              <a:srgbClr val="CCCCCC">
                <a:alpha val="75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57" name=""/>
            <p:cNvSpPr/>
            <p:nvPr/>
          </p:nvSpPr>
          <p:spPr>
            <a:xfrm>
              <a:off x="8321040" y="5303520"/>
              <a:ext cx="914400" cy="91440"/>
            </a:xfrm>
            <a:prstGeom prst="rect">
              <a:avLst/>
            </a:prstGeom>
            <a:solidFill>
              <a:srgbClr val="CCCCCC">
                <a:alpha val="75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58" name=""/>
            <p:cNvSpPr/>
            <p:nvPr/>
          </p:nvSpPr>
          <p:spPr>
            <a:xfrm>
              <a:off x="8869680" y="5486400"/>
              <a:ext cx="914400" cy="91440"/>
            </a:xfrm>
            <a:prstGeom prst="rect">
              <a:avLst/>
            </a:prstGeom>
            <a:solidFill>
              <a:srgbClr val="CCCCCC">
                <a:alpha val="75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grpSp>
      <p:grpSp>
        <p:nvGrpSpPr>
          <p:cNvPr id="59" name=""/>
          <p:cNvGrpSpPr/>
          <p:nvPr/>
        </p:nvGrpSpPr>
        <p:grpSpPr>
          <a:xfrm>
            <a:off x="274320" y="-2103120"/>
            <a:ext cx="5943600" cy="7406640"/>
            <a:chOff x="274320" y="-2103120"/>
            <a:chExt cx="5943600" cy="7406640"/>
          </a:xfrm>
        </p:grpSpPr>
        <p:sp>
          <p:nvSpPr>
            <p:cNvPr id="60" name=""/>
            <p:cNvSpPr/>
            <p:nvPr/>
          </p:nvSpPr>
          <p:spPr>
            <a:xfrm>
              <a:off x="1463040" y="-1554480"/>
              <a:ext cx="457200" cy="2560320"/>
            </a:xfrm>
            <a:prstGeom prst="rect">
              <a:avLst/>
            </a:prstGeom>
            <a:blipFill rotWithShape="0">
              <a:blip r:embed="rId5"/>
              <a:srcRect/>
              <a:tile tx="0" ty="0" sx="74822" sy="74822" algn="ctr"/>
            </a:blip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61" name=""/>
            <p:cNvSpPr/>
            <p:nvPr/>
          </p:nvSpPr>
          <p:spPr>
            <a:xfrm>
              <a:off x="640080" y="-365760"/>
              <a:ext cx="457200" cy="2560320"/>
            </a:xfrm>
            <a:prstGeom prst="rect">
              <a:avLst/>
            </a:prstGeom>
            <a:blipFill rotWithShape="0">
              <a:blip r:embed="rId6"/>
              <a:srcRect/>
              <a:tile tx="0" ty="0" sx="74822" sy="74822" algn="ctr"/>
            </a:blip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62" name=""/>
            <p:cNvSpPr/>
            <p:nvPr/>
          </p:nvSpPr>
          <p:spPr>
            <a:xfrm>
              <a:off x="2194560" y="-2103120"/>
              <a:ext cx="457200" cy="2560320"/>
            </a:xfrm>
            <a:prstGeom prst="rect">
              <a:avLst/>
            </a:prstGeom>
            <a:blipFill rotWithShape="0">
              <a:blip r:embed="rId7"/>
              <a:srcRect/>
              <a:tile tx="0" ty="0" sx="74822" sy="74822" algn="ctr"/>
            </a:blip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63" name=""/>
            <p:cNvSpPr/>
            <p:nvPr/>
          </p:nvSpPr>
          <p:spPr>
            <a:xfrm>
              <a:off x="274320" y="182880"/>
              <a:ext cx="914400" cy="91440"/>
            </a:xfrm>
            <a:prstGeom prst="rect">
              <a:avLst/>
            </a:prstGeom>
            <a:solidFill>
              <a:srgbClr val="CCCCCC">
                <a:alpha val="75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64" name=""/>
            <p:cNvSpPr/>
            <p:nvPr/>
          </p:nvSpPr>
          <p:spPr>
            <a:xfrm>
              <a:off x="822960" y="365760"/>
              <a:ext cx="914400" cy="91440"/>
            </a:xfrm>
            <a:prstGeom prst="rect">
              <a:avLst/>
            </a:prstGeom>
            <a:solidFill>
              <a:srgbClr val="CCCCCC">
                <a:alpha val="75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65" name=""/>
            <p:cNvSpPr/>
            <p:nvPr/>
          </p:nvSpPr>
          <p:spPr>
            <a:xfrm>
              <a:off x="274320" y="548640"/>
              <a:ext cx="1280160" cy="91440"/>
            </a:xfrm>
            <a:prstGeom prst="rect">
              <a:avLst/>
            </a:prstGeom>
            <a:solidFill>
              <a:srgbClr val="CCCCCC">
                <a:alpha val="75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66" name=""/>
            <p:cNvSpPr/>
            <p:nvPr/>
          </p:nvSpPr>
          <p:spPr>
            <a:xfrm>
              <a:off x="3474720" y="2560320"/>
              <a:ext cx="2743200" cy="2743200"/>
            </a:xfrm>
            <a:prstGeom prst="ellipse">
              <a:avLst/>
            </a:prstGeom>
            <a:solidFill>
              <a:srgbClr val="8D99AE">
                <a:alpha val="10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FFFFFF"/>
                </a:solidFill>
                <a:effectLst/>
                <a:uFillTx/>
                <a:latin typeface="Noto Sans"/>
              </a:endParaRPr>
            </a:p>
          </p:txBody>
        </p:sp>
        <p:sp>
          <p:nvSpPr>
            <p:cNvPr id="67" name=""/>
            <p:cNvSpPr/>
            <p:nvPr/>
          </p:nvSpPr>
          <p:spPr>
            <a:xfrm>
              <a:off x="914400" y="2835000"/>
              <a:ext cx="91440" cy="1645920"/>
            </a:xfrm>
            <a:prstGeom prst="rect">
              <a:avLst/>
            </a:prstGeom>
            <a:solidFill>
              <a:srgbClr val="CCCCCC">
                <a:alpha val="75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grpSp>
      <p:sp>
        <p:nvSpPr>
          <p:cNvPr id="68" name="PlaceHolder 1"/>
          <p:cNvSpPr>
            <a:spLocks noGrp="1"/>
          </p:cNvSpPr>
          <p:nvPr>
            <p:ph type="title"/>
          </p:nvPr>
        </p:nvSpPr>
        <p:spPr>
          <a:xfrm>
            <a:off x="1260000" y="468000"/>
            <a:ext cx="8280000" cy="946440"/>
          </a:xfrm>
          <a:prstGeom prst="rect">
            <a:avLst/>
          </a:prstGeom>
          <a:noFill/>
          <a:ln w="0">
            <a:noFill/>
          </a:ln>
        </p:spPr>
        <p:txBody>
          <a:bodyPr lIns="0" tIns="0" rIns="0" bIns="0" anchor="ctr">
            <a:normAutofit fontScale="85000" lnSpcReduction="9999"/>
          </a:bodyPr>
          <a:lstStyle>
            <a:lvl1pPr indent="0" algn="ctr">
              <a:buNone/>
              <a:defRPr lang="en-US" sz="4400" b="1" u="wavyHeavy" strike="noStrike">
                <a:solidFill>
                  <a:srgbClr val="000000"/>
                </a:solidFill>
                <a:effectLst/>
                <a:uFillTx/>
                <a:latin typeface="Noto Sans"/>
              </a:defRPr>
            </a:lvl1pPr>
          </a:lstStyle>
          <a:p>
            <a:pPr indent="0" algn="ctr">
              <a:buNone/>
            </a:pPr>
            <a:r>
              <a:rPr lang="en-US" sz="4400" b="1" u="wavyHeavy" strike="noStrike">
                <a:solidFill>
                  <a:srgbClr val="000000"/>
                </a:solidFill>
                <a:effectLst/>
                <a:uFillTx/>
                <a:latin typeface="Noto Sans"/>
              </a:rPr>
              <a:t>Click to edit the title text format</a:t>
            </a:r>
            <a:endParaRPr lang="en-US" sz="4400" b="1" u="wavyHeavy" strike="noStrike">
              <a:solidFill>
                <a:srgbClr val="000000"/>
              </a:solidFill>
              <a:effectLst/>
              <a:uFillTx/>
              <a:latin typeface="Noto Sans"/>
            </a:endParaRPr>
          </a:p>
        </p:txBody>
      </p:sp>
      <p:sp>
        <p:nvSpPr>
          <p:cNvPr id="69" name="PlaceHolder 2"/>
          <p:cNvSpPr>
            <a:spLocks noGrp="1"/>
          </p:cNvSpPr>
          <p:nvPr>
            <p:ph type="body"/>
          </p:nvPr>
        </p:nvSpPr>
        <p:spPr>
          <a:xfrm>
            <a:off x="1260000" y="1800000"/>
            <a:ext cx="8280000" cy="328824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Noto Sans"/>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Noto Sans"/>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Noto Sans"/>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Noto Sans"/>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Noto Sans"/>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Noto Sans"/>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Noto Sans"/>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Noto Sans"/>
              </a:rPr>
              <a:t>Click to edit the outline text format</a:t>
            </a:r>
            <a:endParaRPr lang="en-US" sz="3200" b="0" u="none" strike="noStrike">
              <a:solidFill>
                <a:srgbClr val="000000"/>
              </a:solidFill>
              <a:effectLst/>
              <a:uFillTx/>
              <a:latin typeface="Noto Sans"/>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Noto Sans"/>
              </a:rPr>
              <a:t>Second Outline Level</a:t>
            </a:r>
            <a:endParaRPr lang="en-US" sz="2800" b="0" u="none" strike="noStrike">
              <a:solidFill>
                <a:srgbClr val="000000"/>
              </a:solidFill>
              <a:effectLst/>
              <a:uFillTx/>
              <a:latin typeface="Noto Sans"/>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Noto Sans"/>
              </a:rPr>
              <a:t>Third Outline Level</a:t>
            </a:r>
            <a:endParaRPr lang="en-US" sz="2400" b="0" u="none" strike="noStrike">
              <a:solidFill>
                <a:srgbClr val="000000"/>
              </a:solidFill>
              <a:effectLst/>
              <a:uFillTx/>
              <a:latin typeface="Noto Sans"/>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Noto Sans"/>
              </a:rPr>
              <a:t>Fourth Outline Level</a:t>
            </a:r>
            <a:endParaRPr lang="en-US" sz="2000" b="0" u="none" strike="noStrike">
              <a:solidFill>
                <a:srgbClr val="000000"/>
              </a:solidFill>
              <a:effectLst/>
              <a:uFillTx/>
              <a:latin typeface="Noto Sans"/>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Noto Sans"/>
              </a:rPr>
              <a:t>Fifth Outline Level</a:t>
            </a:r>
            <a:endParaRPr lang="en-US" sz="2000" b="0" u="none" strike="noStrike">
              <a:solidFill>
                <a:srgbClr val="000000"/>
              </a:solidFill>
              <a:effectLst/>
              <a:uFillTx/>
              <a:latin typeface="Noto Sans"/>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Noto Sans"/>
              </a:rPr>
              <a:t>Sixth Outline Level</a:t>
            </a:r>
            <a:endParaRPr lang="en-US" sz="2000" b="0" u="none" strike="noStrike">
              <a:solidFill>
                <a:srgbClr val="000000"/>
              </a:solidFill>
              <a:effectLst/>
              <a:uFillTx/>
              <a:latin typeface="Noto Sans"/>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Noto Sans"/>
              </a:rPr>
              <a:t>Seventh Outline Level</a:t>
            </a:r>
            <a:endParaRPr lang="en-US" sz="2000" b="0" u="none" strike="noStrike">
              <a:solidFill>
                <a:srgbClr val="000000"/>
              </a:solidFill>
              <a:effectLst/>
              <a:uFillTx/>
              <a:latin typeface="Noto Sans"/>
            </a:endParaRPr>
          </a:p>
        </p:txBody>
      </p:sp>
      <p:sp>
        <p:nvSpPr>
          <p:cNvPr id="70" name="PlaceHolder 3"/>
          <p:cNvSpPr>
            <a:spLocks noGrp="1"/>
          </p:cNvSpPr>
          <p:nvPr>
            <p:ph type="dt" idx="7"/>
          </p:nvPr>
        </p:nvSpPr>
        <p:spPr>
          <a:xfrm>
            <a:off x="468000" y="5166000"/>
            <a:ext cx="2348280" cy="39060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Noto Sans"/>
              </a:defRPr>
            </a:lvl1pPr>
          </a:lstStyle>
          <a:p>
            <a:pPr indent="0" algn="l">
              <a:buNone/>
            </a:pPr>
            <a:r>
              <a:rPr lang="en-US" sz="1400" b="0" u="none" strike="noStrike">
                <a:solidFill>
                  <a:srgbClr val="000000"/>
                </a:solidFill>
                <a:effectLst/>
                <a:uFillTx/>
                <a:latin typeface="Noto Sans"/>
              </a:rPr>
              <a:t>&lt;date/time&gt;</a:t>
            </a:r>
            <a:endParaRPr lang="en-US" sz="1400" b="0" u="none" strike="noStrike">
              <a:solidFill>
                <a:srgbClr val="000000"/>
              </a:solidFill>
              <a:effectLst/>
              <a:uFillTx/>
              <a:latin typeface="Noto Sans"/>
            </a:endParaRPr>
          </a:p>
        </p:txBody>
      </p:sp>
      <p:sp>
        <p:nvSpPr>
          <p:cNvPr id="71" name="PlaceHolder 4"/>
          <p:cNvSpPr>
            <a:spLocks noGrp="1"/>
          </p:cNvSpPr>
          <p:nvPr>
            <p:ph type="ftr" idx="8"/>
          </p:nvPr>
        </p:nvSpPr>
        <p:spPr>
          <a:xfrm>
            <a:off x="3442680" y="5166000"/>
            <a:ext cx="3195000" cy="390600"/>
          </a:xfrm>
          <a:prstGeom prst="rect">
            <a:avLst/>
          </a:prstGeom>
          <a:noFill/>
          <a:ln w="0">
            <a:noFill/>
          </a:ln>
        </p:spPr>
        <p:txBody>
          <a:bodyPr lIns="0" tIns="0" rIns="0" bIns="0" anchor="b">
            <a:noAutofit/>
          </a:bodyPr>
          <a:lstStyle>
            <a:lvl1pPr indent="0" algn="ctr">
              <a:buNone/>
              <a:defRPr lang="en-US" sz="1400" b="0" u="none" strike="noStrike">
                <a:solidFill>
                  <a:srgbClr val="000000"/>
                </a:solidFill>
                <a:effectLst/>
                <a:uFillTx/>
                <a:latin typeface="Noto Sans"/>
              </a:defRPr>
            </a:lvl1pPr>
          </a:lstStyle>
          <a:p>
            <a:pPr indent="0" algn="ctr">
              <a:buNone/>
            </a:pPr>
            <a:r>
              <a:rPr lang="en-US" sz="1400" b="0" u="none" strike="noStrike">
                <a:solidFill>
                  <a:srgbClr val="000000"/>
                </a:solidFill>
                <a:effectLst/>
                <a:uFillTx/>
                <a:latin typeface="Noto Sans"/>
              </a:rPr>
              <a:t>&lt;footer&gt;</a:t>
            </a:r>
            <a:endParaRPr lang="en-US" sz="1400" b="0" u="none" strike="noStrike">
              <a:solidFill>
                <a:srgbClr val="000000"/>
              </a:solidFill>
              <a:effectLst/>
              <a:uFillTx/>
              <a:latin typeface="Noto Sans"/>
            </a:endParaRPr>
          </a:p>
        </p:txBody>
      </p:sp>
      <p:sp>
        <p:nvSpPr>
          <p:cNvPr id="72" name="PlaceHolder 5"/>
          <p:cNvSpPr>
            <a:spLocks noGrp="1"/>
          </p:cNvSpPr>
          <p:nvPr>
            <p:ph type="sldNum" idx="9"/>
          </p:nvPr>
        </p:nvSpPr>
        <p:spPr>
          <a:xfrm>
            <a:off x="7227360" y="5166000"/>
            <a:ext cx="2348280" cy="39060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Noto Sans"/>
              </a:defRPr>
            </a:lvl1pPr>
          </a:lstStyle>
          <a:p>
            <a:pPr indent="0" algn="r">
              <a:buNone/>
            </a:pPr>
            <a:fld id="{16522997-56DC-486C-AF98-9C1C52F5B1E4}" type="slidenum">
              <a:rPr lang="en-US" sz="1400" b="0" u="none" strike="noStrike">
                <a:solidFill>
                  <a:srgbClr val="000000"/>
                </a:solidFill>
                <a:effectLst/>
                <a:uFillTx/>
                <a:latin typeface="Noto Sans"/>
              </a:rPr>
              <a:t>&lt;number&gt;</a:t>
            </a:fld>
            <a:endParaRPr lang="en-US" sz="1400" b="0" u="none" strike="noStrike">
              <a:solidFill>
                <a:srgbClr val="000000"/>
              </a:solidFill>
              <a:effectLst/>
              <a:uFillTx/>
              <a:latin typeface="Noto Sans"/>
            </a:endParaRPr>
          </a:p>
        </p:txBody>
      </p:sp>
    </p:spTree>
  </p:cSld>
  <p:clrMap bg1="lt1" tx1="dk1" bg2="lt2" tx2="dk2" accent1="accent1" accent2="accent2" accent3="accent3" accent4="accent4" accent5="accent5" accent6="accent6" hlink="hlink" folHlink="folHlink"/>
  <p:sldLayoutIdLst>
    <p:sldLayoutId id="2147483654" r:id="rId8"/>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
          <p:cNvSpPr/>
          <p:nvPr/>
        </p:nvSpPr>
        <p:spPr>
          <a:xfrm>
            <a:off x="822960" y="2468880"/>
            <a:ext cx="1463040" cy="1463040"/>
          </a:xfrm>
          <a:prstGeom prst="ellipse">
            <a:avLst/>
          </a:prstGeom>
          <a:solidFill>
            <a:srgbClr val="EEEEEE"/>
          </a:solidFill>
          <a:ln w="0">
            <a:noFill/>
          </a:ln>
          <a:effectLst>
            <a:outerShdw dist="103350" dir="2700000" rotWithShape="0">
              <a:srgbClr val="808080">
                <a:alpha val="20000"/>
              </a:srgbClr>
            </a:outerShdw>
          </a:effectLst>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76" name=""/>
          <p:cNvSpPr/>
          <p:nvPr/>
        </p:nvSpPr>
        <p:spPr>
          <a:xfrm>
            <a:off x="4480560" y="1554480"/>
            <a:ext cx="1463040" cy="1463040"/>
          </a:xfrm>
          <a:prstGeom prst="ellipse">
            <a:avLst/>
          </a:prstGeom>
          <a:solidFill>
            <a:srgbClr val="EEEEEE"/>
          </a:solidFill>
          <a:ln w="0">
            <a:noFill/>
          </a:ln>
          <a:effectLst>
            <a:outerShdw dist="103350" dir="2700000" rotWithShape="0">
              <a:srgbClr val="808080">
                <a:alpha val="20000"/>
              </a:srgbClr>
            </a:outerShdw>
          </a:effectLst>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77" name=""/>
          <p:cNvSpPr/>
          <p:nvPr/>
        </p:nvSpPr>
        <p:spPr>
          <a:xfrm>
            <a:off x="6583680" y="3108960"/>
            <a:ext cx="1463040" cy="1463040"/>
          </a:xfrm>
          <a:prstGeom prst="ellipse">
            <a:avLst/>
          </a:prstGeom>
          <a:solidFill>
            <a:srgbClr val="EEEEEE"/>
          </a:solidFill>
          <a:ln w="0">
            <a:noFill/>
          </a:ln>
          <a:effectLst>
            <a:outerShdw dist="103350" dir="2700000" rotWithShape="0">
              <a:srgbClr val="808080">
                <a:alpha val="20000"/>
              </a:srgbClr>
            </a:outerShdw>
          </a:effectLst>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78" name=""/>
          <p:cNvSpPr/>
          <p:nvPr/>
        </p:nvSpPr>
        <p:spPr>
          <a:xfrm>
            <a:off x="1554480" y="4114800"/>
            <a:ext cx="914400" cy="657360"/>
          </a:xfrm>
          <a:custGeom>
            <a:avLst/>
            <a:gdLst/>
            <a:ahLst/>
            <a:rect l="0" t="0" r="r" b="b"/>
            <a:pathLst>
              <a:path fill="none" w="2540" h="1826">
                <a:moveTo>
                  <a:pt x="0" y="0"/>
                </a:moveTo>
                <a:cubicBezTo>
                  <a:pt x="508" y="2286"/>
                  <a:pt x="2540" y="1778"/>
                  <a:pt x="2540" y="1778"/>
                </a:cubicBezTo>
              </a:path>
            </a:pathLst>
          </a:custGeom>
          <a:ln w="36720">
            <a:solidFill>
              <a:srgbClr val="666666"/>
            </a:solidFill>
            <a:custDash>
              <a:ds d="600000" sp="300000"/>
            </a:custDash>
            <a:round/>
          </a:ln>
        </p:spPr>
        <p:txBody>
          <a:bodyPr lIns="108360" tIns="63360" rIns="108360" bIns="63360" anchor="ctr">
            <a:noAutofit/>
          </a:bodyPr>
          <a:p>
            <a:endParaRPr lang="en-US" sz="1800" b="0" u="none" strike="noStrike">
              <a:solidFill>
                <a:srgbClr val="000000"/>
              </a:solidFill>
              <a:effectLst/>
              <a:uFillTx/>
              <a:latin typeface="Noto Sans"/>
            </a:endParaRPr>
          </a:p>
        </p:txBody>
      </p:sp>
      <p:sp>
        <p:nvSpPr>
          <p:cNvPr id="79" name=""/>
          <p:cNvSpPr/>
          <p:nvPr/>
        </p:nvSpPr>
        <p:spPr>
          <a:xfrm>
            <a:off x="3657600" y="1188720"/>
            <a:ext cx="822960" cy="640080"/>
          </a:xfrm>
          <a:custGeom>
            <a:avLst/>
            <a:gdLst/>
            <a:ahLst/>
            <a:rect l="0" t="0" r="r" b="b"/>
            <a:pathLst>
              <a:path fill="none" w="2286" h="1778">
                <a:moveTo>
                  <a:pt x="2286" y="1778"/>
                </a:moveTo>
                <a:cubicBezTo>
                  <a:pt x="1016" y="1778"/>
                  <a:pt x="2033" y="0"/>
                  <a:pt x="0" y="0"/>
                </a:cubicBezTo>
              </a:path>
            </a:pathLst>
          </a:custGeom>
          <a:ln w="36720">
            <a:solidFill>
              <a:srgbClr val="666666"/>
            </a:solidFill>
            <a:custDash>
              <a:ds d="600000" sp="300000"/>
            </a:custDash>
            <a:round/>
          </a:ln>
        </p:spPr>
        <p:txBody>
          <a:bodyPr lIns="108360" tIns="63360" rIns="108360" bIns="63360" anchor="ctr">
            <a:noAutofit/>
          </a:bodyPr>
          <a:p>
            <a:endParaRPr lang="en-US" sz="1800" b="0" u="none" strike="noStrike">
              <a:solidFill>
                <a:srgbClr val="000000"/>
              </a:solidFill>
              <a:effectLst/>
              <a:uFillTx/>
              <a:latin typeface="Noto Sans"/>
            </a:endParaRPr>
          </a:p>
        </p:txBody>
      </p:sp>
      <p:sp>
        <p:nvSpPr>
          <p:cNvPr id="80" name=""/>
          <p:cNvSpPr/>
          <p:nvPr/>
        </p:nvSpPr>
        <p:spPr>
          <a:xfrm>
            <a:off x="7955280" y="2011680"/>
            <a:ext cx="1464120" cy="1188720"/>
          </a:xfrm>
          <a:custGeom>
            <a:avLst/>
            <a:gdLst/>
            <a:ahLst/>
            <a:rect l="0" t="0" r="r" b="b"/>
            <a:pathLst>
              <a:path fill="none" w="4067" h="3302">
                <a:moveTo>
                  <a:pt x="3302" y="0"/>
                </a:moveTo>
                <a:cubicBezTo>
                  <a:pt x="4826" y="1016"/>
                  <a:pt x="3810" y="2286"/>
                  <a:pt x="2540" y="2286"/>
                </a:cubicBezTo>
                <a:cubicBezTo>
                  <a:pt x="1269" y="2286"/>
                  <a:pt x="253" y="2540"/>
                  <a:pt x="0" y="3302"/>
                </a:cubicBezTo>
              </a:path>
            </a:pathLst>
          </a:custGeom>
          <a:ln w="36720">
            <a:solidFill>
              <a:srgbClr val="666666"/>
            </a:solidFill>
            <a:custDash>
              <a:ds d="600000" sp="300000"/>
            </a:custDash>
            <a:round/>
          </a:ln>
        </p:spPr>
        <p:txBody>
          <a:bodyPr lIns="108360" tIns="63360" rIns="108360" bIns="63360" anchor="ctr">
            <a:noAutofit/>
          </a:bodyPr>
          <a:p>
            <a:endParaRPr lang="en-US" sz="1800" b="0" u="none" strike="noStrike">
              <a:solidFill>
                <a:srgbClr val="000000"/>
              </a:solidFill>
              <a:effectLst/>
              <a:uFillTx/>
              <a:latin typeface="Noto Sans"/>
            </a:endParaRPr>
          </a:p>
        </p:txBody>
      </p:sp>
      <p:sp>
        <p:nvSpPr>
          <p:cNvPr id="81" name=""/>
          <p:cNvSpPr/>
          <p:nvPr/>
        </p:nvSpPr>
        <p:spPr>
          <a:xfrm>
            <a:off x="2468880" y="822960"/>
            <a:ext cx="1410480" cy="1371600"/>
          </a:xfrm>
          <a:prstGeom prst="ellipse">
            <a:avLst/>
          </a:prstGeom>
          <a:solidFill>
            <a:srgbClr val="8D99AE">
              <a:alpha val="10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FFFFFF"/>
              </a:solidFill>
              <a:effectLst/>
              <a:uFillTx/>
              <a:latin typeface="Noto Sans"/>
            </a:endParaRPr>
          </a:p>
        </p:txBody>
      </p:sp>
      <p:sp>
        <p:nvSpPr>
          <p:cNvPr id="82" name=""/>
          <p:cNvSpPr/>
          <p:nvPr/>
        </p:nvSpPr>
        <p:spPr>
          <a:xfrm>
            <a:off x="3931920" y="4663440"/>
            <a:ext cx="1684800" cy="1645920"/>
          </a:xfrm>
          <a:prstGeom prst="ellipse">
            <a:avLst/>
          </a:prstGeom>
          <a:solidFill>
            <a:srgbClr val="8D99AE">
              <a:alpha val="10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FFFFFF"/>
              </a:solidFill>
              <a:effectLst/>
              <a:uFillTx/>
              <a:latin typeface="Noto Sans"/>
            </a:endParaRPr>
          </a:p>
        </p:txBody>
      </p:sp>
      <p:sp>
        <p:nvSpPr>
          <p:cNvPr id="83" name=""/>
          <p:cNvSpPr/>
          <p:nvPr/>
        </p:nvSpPr>
        <p:spPr>
          <a:xfrm>
            <a:off x="8412480" y="1280160"/>
            <a:ext cx="1097280" cy="1005840"/>
          </a:xfrm>
          <a:prstGeom prst="ellipse">
            <a:avLst/>
          </a:prstGeom>
          <a:solidFill>
            <a:srgbClr val="8D99AE">
              <a:alpha val="10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FFFFFF"/>
              </a:solidFill>
              <a:effectLst/>
              <a:uFillTx/>
              <a:latin typeface="Noto Sans"/>
            </a:endParaRPr>
          </a:p>
        </p:txBody>
      </p:sp>
      <p:sp>
        <p:nvSpPr>
          <p:cNvPr id="84" name="PlaceHolder 1"/>
          <p:cNvSpPr>
            <a:spLocks noGrp="1"/>
          </p:cNvSpPr>
          <p:nvPr>
            <p:ph type="title"/>
          </p:nvPr>
        </p:nvSpPr>
        <p:spPr>
          <a:xfrm>
            <a:off x="468000" y="468000"/>
            <a:ext cx="9072000" cy="946440"/>
          </a:xfrm>
          <a:prstGeom prst="rect">
            <a:avLst/>
          </a:prstGeom>
          <a:noFill/>
          <a:ln w="0">
            <a:noFill/>
          </a:ln>
        </p:spPr>
        <p:txBody>
          <a:bodyPr lIns="0" tIns="0" rIns="0" bIns="0" anchor="ctr">
            <a:normAutofit/>
          </a:bodyPr>
          <a:lstStyle>
            <a:lvl1pPr indent="0" algn="ctr">
              <a:buNone/>
              <a:defRPr lang="en-US" sz="4400" b="1" u="none" strike="noStrike">
                <a:solidFill>
                  <a:srgbClr val="000000"/>
                </a:solidFill>
                <a:effectLst/>
                <a:uFillTx/>
                <a:latin typeface="Noto Sans"/>
              </a:defRPr>
            </a:lvl1pPr>
          </a:lstStyle>
          <a:p>
            <a:pPr indent="0" algn="ctr">
              <a:buNone/>
            </a:pPr>
            <a:r>
              <a:rPr lang="en-US" sz="4400" b="1" u="none" strike="noStrike">
                <a:solidFill>
                  <a:srgbClr val="000000"/>
                </a:solidFill>
                <a:effectLst/>
                <a:uFillTx/>
                <a:latin typeface="Noto Sans"/>
              </a:rPr>
              <a:t>Click to edit the title text format</a:t>
            </a:r>
            <a:endParaRPr lang="en-US" sz="4400" b="1" u="none" strike="noStrike">
              <a:solidFill>
                <a:srgbClr val="000000"/>
              </a:solidFill>
              <a:effectLst/>
              <a:uFillTx/>
              <a:latin typeface="Noto Sans"/>
            </a:endParaRPr>
          </a:p>
        </p:txBody>
      </p:sp>
      <p:sp>
        <p:nvSpPr>
          <p:cNvPr id="85" name="PlaceHolder 2"/>
          <p:cNvSpPr>
            <a:spLocks noGrp="1"/>
          </p:cNvSpPr>
          <p:nvPr>
            <p:ph type="body"/>
          </p:nvPr>
        </p:nvSpPr>
        <p:spPr>
          <a:xfrm>
            <a:off x="468000" y="1800000"/>
            <a:ext cx="9072000" cy="328824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Noto Sans"/>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Noto Sans"/>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Noto Sans"/>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Noto Sans"/>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Noto Sans"/>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Noto Sans"/>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Noto Sans"/>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Noto Sans"/>
              </a:rPr>
              <a:t>Click to edit the outline text format</a:t>
            </a:r>
            <a:endParaRPr lang="en-US" sz="3200" b="0" u="none" strike="noStrike">
              <a:solidFill>
                <a:srgbClr val="000000"/>
              </a:solidFill>
              <a:effectLst/>
              <a:uFillTx/>
              <a:latin typeface="Noto Sans"/>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Noto Sans"/>
              </a:rPr>
              <a:t>Second Outline Level</a:t>
            </a:r>
            <a:endParaRPr lang="en-US" sz="2800" b="0" u="none" strike="noStrike">
              <a:solidFill>
                <a:srgbClr val="000000"/>
              </a:solidFill>
              <a:effectLst/>
              <a:uFillTx/>
              <a:latin typeface="Noto Sans"/>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Noto Sans"/>
              </a:rPr>
              <a:t>Third Outline Level</a:t>
            </a:r>
            <a:endParaRPr lang="en-US" sz="2400" b="0" u="none" strike="noStrike">
              <a:solidFill>
                <a:srgbClr val="000000"/>
              </a:solidFill>
              <a:effectLst/>
              <a:uFillTx/>
              <a:latin typeface="Noto Sans"/>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Noto Sans"/>
              </a:rPr>
              <a:t>Fourth Outline Level</a:t>
            </a:r>
            <a:endParaRPr lang="en-US" sz="2000" b="0" u="none" strike="noStrike">
              <a:solidFill>
                <a:srgbClr val="000000"/>
              </a:solidFill>
              <a:effectLst/>
              <a:uFillTx/>
              <a:latin typeface="Noto Sans"/>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Noto Sans"/>
              </a:rPr>
              <a:t>Fifth Outline Level</a:t>
            </a:r>
            <a:endParaRPr lang="en-US" sz="2000" b="0" u="none" strike="noStrike">
              <a:solidFill>
                <a:srgbClr val="000000"/>
              </a:solidFill>
              <a:effectLst/>
              <a:uFillTx/>
              <a:latin typeface="Noto Sans"/>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Noto Sans"/>
              </a:rPr>
              <a:t>Sixth Outline Level</a:t>
            </a:r>
            <a:endParaRPr lang="en-US" sz="2000" b="0" u="none" strike="noStrike">
              <a:solidFill>
                <a:srgbClr val="000000"/>
              </a:solidFill>
              <a:effectLst/>
              <a:uFillTx/>
              <a:latin typeface="Noto Sans"/>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Noto Sans"/>
              </a:rPr>
              <a:t>Seventh Outline Level</a:t>
            </a:r>
            <a:endParaRPr lang="en-US" sz="2000" b="0" u="none" strike="noStrike">
              <a:solidFill>
                <a:srgbClr val="000000"/>
              </a:solidFill>
              <a:effectLst/>
              <a:uFillTx/>
              <a:latin typeface="Noto Sans"/>
            </a:endParaRPr>
          </a:p>
        </p:txBody>
      </p:sp>
      <p:sp>
        <p:nvSpPr>
          <p:cNvPr id="86" name="PlaceHolder 3"/>
          <p:cNvSpPr>
            <a:spLocks noGrp="1"/>
          </p:cNvSpPr>
          <p:nvPr>
            <p:ph type="dt" idx="10"/>
          </p:nvPr>
        </p:nvSpPr>
        <p:spPr>
          <a:xfrm>
            <a:off x="468000" y="5166000"/>
            <a:ext cx="2348280" cy="39060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Noto Sans"/>
              </a:defRPr>
            </a:lvl1pPr>
          </a:lstStyle>
          <a:p>
            <a:pPr indent="0" algn="l">
              <a:buNone/>
            </a:pPr>
            <a:r>
              <a:rPr lang="en-US" sz="1400" b="0" u="none" strike="noStrike">
                <a:solidFill>
                  <a:srgbClr val="000000"/>
                </a:solidFill>
                <a:effectLst/>
                <a:uFillTx/>
                <a:latin typeface="Noto Sans"/>
              </a:rPr>
              <a:t>&lt;date/time&gt;</a:t>
            </a:r>
            <a:endParaRPr lang="en-US" sz="1400" b="0" u="none" strike="noStrike">
              <a:solidFill>
                <a:srgbClr val="000000"/>
              </a:solidFill>
              <a:effectLst/>
              <a:uFillTx/>
              <a:latin typeface="Noto Sans"/>
            </a:endParaRPr>
          </a:p>
        </p:txBody>
      </p:sp>
      <p:sp>
        <p:nvSpPr>
          <p:cNvPr id="87" name="PlaceHolder 4"/>
          <p:cNvSpPr>
            <a:spLocks noGrp="1"/>
          </p:cNvSpPr>
          <p:nvPr>
            <p:ph type="ftr" idx="11"/>
          </p:nvPr>
        </p:nvSpPr>
        <p:spPr>
          <a:xfrm>
            <a:off x="3442680" y="5166000"/>
            <a:ext cx="3195000" cy="390600"/>
          </a:xfrm>
          <a:prstGeom prst="rect">
            <a:avLst/>
          </a:prstGeom>
          <a:noFill/>
          <a:ln w="0">
            <a:noFill/>
          </a:ln>
        </p:spPr>
        <p:txBody>
          <a:bodyPr lIns="0" tIns="0" rIns="0" bIns="0" anchor="b">
            <a:noAutofit/>
          </a:bodyPr>
          <a:lstStyle>
            <a:lvl1pPr indent="0" algn="ctr">
              <a:buNone/>
              <a:defRPr lang="en-US" sz="1400" b="0" u="none" strike="noStrike">
                <a:solidFill>
                  <a:srgbClr val="000000"/>
                </a:solidFill>
                <a:effectLst/>
                <a:uFillTx/>
                <a:latin typeface="Noto Sans"/>
              </a:defRPr>
            </a:lvl1pPr>
          </a:lstStyle>
          <a:p>
            <a:pPr indent="0" algn="ctr">
              <a:buNone/>
            </a:pPr>
            <a:r>
              <a:rPr lang="en-US" sz="1400" b="0" u="none" strike="noStrike">
                <a:solidFill>
                  <a:srgbClr val="000000"/>
                </a:solidFill>
                <a:effectLst/>
                <a:uFillTx/>
                <a:latin typeface="Noto Sans"/>
              </a:rPr>
              <a:t>&lt;footer&gt;</a:t>
            </a:r>
            <a:endParaRPr lang="en-US" sz="1400" b="0" u="none" strike="noStrike">
              <a:solidFill>
                <a:srgbClr val="000000"/>
              </a:solidFill>
              <a:effectLst/>
              <a:uFillTx/>
              <a:latin typeface="Noto Sans"/>
            </a:endParaRPr>
          </a:p>
        </p:txBody>
      </p:sp>
      <p:sp>
        <p:nvSpPr>
          <p:cNvPr id="88" name="PlaceHolder 5"/>
          <p:cNvSpPr>
            <a:spLocks noGrp="1"/>
          </p:cNvSpPr>
          <p:nvPr>
            <p:ph type="sldNum" idx="12"/>
          </p:nvPr>
        </p:nvSpPr>
        <p:spPr>
          <a:xfrm>
            <a:off x="7227360" y="5166000"/>
            <a:ext cx="2348280" cy="39060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Noto Sans"/>
              </a:defRPr>
            </a:lvl1pPr>
          </a:lstStyle>
          <a:p>
            <a:pPr indent="0" algn="r">
              <a:buNone/>
            </a:pPr>
            <a:fld id="{B3E46718-E2C5-4EBF-B773-C6EAA07D2318}" type="slidenum">
              <a:rPr lang="en-US" sz="1400" b="0" u="none" strike="noStrike">
                <a:solidFill>
                  <a:srgbClr val="000000"/>
                </a:solidFill>
                <a:effectLst/>
                <a:uFillTx/>
                <a:latin typeface="Noto Sans"/>
              </a:rPr>
              <a:t>&lt;number&gt;</a:t>
            </a:fld>
            <a:endParaRPr lang="en-US" sz="1400" b="0" u="none" strike="noStrike">
              <a:solidFill>
                <a:srgbClr val="000000"/>
              </a:solidFill>
              <a:effectLst/>
              <a:uFillTx/>
              <a:latin typeface="Noto Sans"/>
            </a:endParaRPr>
          </a:p>
        </p:txBody>
      </p:sp>
    </p:spTree>
  </p:cSld>
  <p:clrMap bg1="lt1" tx1="dk1" bg2="lt2" tx2="dk2" accent1="accent1" accent2="accent2" accent3="accent3" accent4="accent4" accent5="accent5" accent6="accent6" hlink="hlink" folHlink="folHlink"/>
  <p:sldLayoutIdLst>
    <p:sldLayoutId id="2147483656"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
          <p:cNvSpPr/>
          <p:nvPr/>
        </p:nvSpPr>
        <p:spPr>
          <a:xfrm>
            <a:off x="2103480" y="3658320"/>
            <a:ext cx="1645920" cy="1645920"/>
          </a:xfrm>
          <a:prstGeom prst="ellipse">
            <a:avLst/>
          </a:prstGeom>
          <a:solidFill>
            <a:srgbClr val="8D99AE">
              <a:alpha val="10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FFFFFF"/>
              </a:solidFill>
              <a:effectLst/>
              <a:uFillTx/>
              <a:latin typeface="Noto Sans"/>
            </a:endParaRPr>
          </a:p>
        </p:txBody>
      </p:sp>
      <p:sp>
        <p:nvSpPr>
          <p:cNvPr id="92" name=""/>
          <p:cNvSpPr/>
          <p:nvPr/>
        </p:nvSpPr>
        <p:spPr>
          <a:xfrm>
            <a:off x="823320" y="-273240"/>
            <a:ext cx="2194560" cy="2194560"/>
          </a:xfrm>
          <a:prstGeom prst="ellipse">
            <a:avLst/>
          </a:prstGeom>
          <a:solidFill>
            <a:srgbClr val="8D99AE">
              <a:alpha val="10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FFFFFF"/>
              </a:solidFill>
              <a:effectLst/>
              <a:uFillTx/>
              <a:latin typeface="Noto Sans"/>
            </a:endParaRPr>
          </a:p>
        </p:txBody>
      </p:sp>
      <p:sp>
        <p:nvSpPr>
          <p:cNvPr id="93" name=""/>
          <p:cNvSpPr/>
          <p:nvPr/>
        </p:nvSpPr>
        <p:spPr>
          <a:xfrm>
            <a:off x="7955640" y="3109680"/>
            <a:ext cx="2194560" cy="2194560"/>
          </a:xfrm>
          <a:prstGeom prst="ellipse">
            <a:avLst/>
          </a:prstGeom>
          <a:solidFill>
            <a:srgbClr val="8D99AE">
              <a:alpha val="10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FFFFFF"/>
              </a:solidFill>
              <a:effectLst/>
              <a:uFillTx/>
              <a:latin typeface="Noto Sans"/>
            </a:endParaRPr>
          </a:p>
        </p:txBody>
      </p:sp>
      <p:sp>
        <p:nvSpPr>
          <p:cNvPr id="94" name=""/>
          <p:cNvSpPr/>
          <p:nvPr/>
        </p:nvSpPr>
        <p:spPr>
          <a:xfrm>
            <a:off x="9601560" y="915120"/>
            <a:ext cx="1645920" cy="1645920"/>
          </a:xfrm>
          <a:prstGeom prst="ellipse">
            <a:avLst/>
          </a:prstGeom>
          <a:solidFill>
            <a:srgbClr val="8D99AE">
              <a:alpha val="10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FFFFFF"/>
              </a:solidFill>
              <a:effectLst/>
              <a:uFillTx/>
              <a:latin typeface="Noto Sans"/>
            </a:endParaRPr>
          </a:p>
        </p:txBody>
      </p:sp>
      <p:grpSp>
        <p:nvGrpSpPr>
          <p:cNvPr id="95" name=""/>
          <p:cNvGrpSpPr/>
          <p:nvPr/>
        </p:nvGrpSpPr>
        <p:grpSpPr>
          <a:xfrm>
            <a:off x="3836880" y="1151280"/>
            <a:ext cx="2339640" cy="4334400"/>
            <a:chOff x="3836880" y="1151280"/>
            <a:chExt cx="2339640" cy="4334400"/>
          </a:xfrm>
        </p:grpSpPr>
        <p:sp>
          <p:nvSpPr>
            <p:cNvPr id="96" name=""/>
            <p:cNvSpPr/>
            <p:nvPr/>
          </p:nvSpPr>
          <p:spPr>
            <a:xfrm flipH="1" flipV="1" rot="5400000">
              <a:off x="3882600" y="1368000"/>
              <a:ext cx="1371600" cy="1463040"/>
            </a:xfrm>
            <a:prstGeom prst="parallelogram">
              <a:avLst>
                <a:gd name="adj" fmla="val 50564"/>
              </a:avLst>
            </a:prstGeom>
            <a:solidFill>
              <a:srgbClr val="6C757D"/>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FFFFFF"/>
                </a:solidFill>
                <a:effectLst/>
                <a:uFillTx/>
                <a:latin typeface="Noto Sans"/>
              </a:endParaRPr>
            </a:p>
          </p:txBody>
        </p:sp>
        <p:sp>
          <p:nvSpPr>
            <p:cNvPr id="97" name=""/>
            <p:cNvSpPr/>
            <p:nvPr/>
          </p:nvSpPr>
          <p:spPr>
            <a:xfrm flipH="1" flipV="1" rot="5400000">
              <a:off x="4759200" y="1105560"/>
              <a:ext cx="1371600" cy="1463040"/>
            </a:xfrm>
            <a:prstGeom prst="parallelogram">
              <a:avLst>
                <a:gd name="adj" fmla="val 50564"/>
              </a:avLst>
            </a:prstGeom>
            <a:solidFill>
              <a:srgbClr val="343A40"/>
            </a:solidFill>
            <a:ln w="0">
              <a:noFill/>
            </a:ln>
          </p:spPr>
          <p:style>
            <a:lnRef idx="0"/>
            <a:fillRef idx="0"/>
            <a:effectRef idx="0"/>
            <a:fontRef idx="minor"/>
          </p:style>
          <p:txBody>
            <a:bodyPr wrap="none" lIns="90000" tIns="45000" rIns="90000" bIns="45000" anchor="t">
              <a:spAutoFit/>
            </a:bodyPr>
            <a:p>
              <a:endParaRPr lang="en-US" sz="1800" b="0" u="none" strike="noStrike">
                <a:solidFill>
                  <a:srgbClr val="FFFFFF"/>
                </a:solidFill>
                <a:effectLst/>
                <a:uFillTx/>
                <a:latin typeface="Noto Sans"/>
              </a:endParaRPr>
            </a:p>
          </p:txBody>
        </p:sp>
        <p:sp>
          <p:nvSpPr>
            <p:cNvPr id="98" name=""/>
            <p:cNvSpPr/>
            <p:nvPr/>
          </p:nvSpPr>
          <p:spPr>
            <a:xfrm flipH="1" flipV="1" rot="5400000">
              <a:off x="3882600" y="2718720"/>
              <a:ext cx="1371600" cy="1463040"/>
            </a:xfrm>
            <a:prstGeom prst="parallelogram">
              <a:avLst>
                <a:gd name="adj" fmla="val 50564"/>
              </a:avLst>
            </a:prstGeom>
            <a:solidFill>
              <a:srgbClr val="CED4DA"/>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99" name=""/>
            <p:cNvSpPr/>
            <p:nvPr/>
          </p:nvSpPr>
          <p:spPr>
            <a:xfrm flipH="1" flipV="1" rot="5400000">
              <a:off x="4759200" y="2456640"/>
              <a:ext cx="1371600" cy="1463040"/>
            </a:xfrm>
            <a:prstGeom prst="parallelogram">
              <a:avLst>
                <a:gd name="adj" fmla="val 50564"/>
              </a:avLst>
            </a:prstGeom>
            <a:solidFill>
              <a:srgbClr val="ADB5BD"/>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100" name=""/>
            <p:cNvSpPr/>
            <p:nvPr/>
          </p:nvSpPr>
          <p:spPr>
            <a:xfrm flipH="1" flipV="1" rot="5400000">
              <a:off x="3882600" y="4068360"/>
              <a:ext cx="1371600" cy="1463040"/>
            </a:xfrm>
            <a:prstGeom prst="parallelogram">
              <a:avLst>
                <a:gd name="adj" fmla="val 50564"/>
              </a:avLst>
            </a:prstGeom>
            <a:solidFill>
              <a:srgbClr val="E9ECEF"/>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101" name=""/>
            <p:cNvSpPr/>
            <p:nvPr/>
          </p:nvSpPr>
          <p:spPr>
            <a:xfrm flipH="1" flipV="1" rot="5400000">
              <a:off x="4759200" y="3807000"/>
              <a:ext cx="1371600" cy="1463040"/>
            </a:xfrm>
            <a:prstGeom prst="parallelogram">
              <a:avLst>
                <a:gd name="adj" fmla="val 50564"/>
              </a:avLst>
            </a:prstGeom>
            <a:solidFill>
              <a:srgbClr val="DEE2E6"/>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grpSp>
      <p:sp>
        <p:nvSpPr>
          <p:cNvPr id="102" name="PlaceHolder 1"/>
          <p:cNvSpPr>
            <a:spLocks noGrp="1"/>
          </p:cNvSpPr>
          <p:nvPr>
            <p:ph type="title"/>
          </p:nvPr>
        </p:nvSpPr>
        <p:spPr>
          <a:xfrm>
            <a:off x="468000" y="468000"/>
            <a:ext cx="9072000" cy="946440"/>
          </a:xfrm>
          <a:prstGeom prst="rect">
            <a:avLst/>
          </a:prstGeom>
          <a:noFill/>
          <a:ln w="0">
            <a:noFill/>
          </a:ln>
        </p:spPr>
        <p:txBody>
          <a:bodyPr lIns="0" tIns="0" rIns="0" bIns="0" anchor="ctr">
            <a:normAutofit/>
          </a:bodyPr>
          <a:lstStyle>
            <a:lvl1pPr indent="0" algn="ctr">
              <a:buNone/>
              <a:defRPr lang="en-US" sz="4400" b="1" u="none" strike="noStrike">
                <a:solidFill>
                  <a:srgbClr val="000000"/>
                </a:solidFill>
                <a:effectLst/>
                <a:uFillTx/>
                <a:latin typeface="Noto Sans"/>
              </a:defRPr>
            </a:lvl1pPr>
          </a:lstStyle>
          <a:p>
            <a:pPr indent="0" algn="ctr">
              <a:buNone/>
            </a:pPr>
            <a:r>
              <a:rPr lang="en-US" sz="4400" b="1" u="none" strike="noStrike">
                <a:solidFill>
                  <a:srgbClr val="000000"/>
                </a:solidFill>
                <a:effectLst/>
                <a:uFillTx/>
                <a:latin typeface="Noto Sans"/>
              </a:rPr>
              <a:t>Click to edit the title text format</a:t>
            </a:r>
            <a:endParaRPr lang="en-US" sz="4400" b="1" u="none" strike="noStrike">
              <a:solidFill>
                <a:srgbClr val="000000"/>
              </a:solidFill>
              <a:effectLst/>
              <a:uFillTx/>
              <a:latin typeface="Noto Sans"/>
            </a:endParaRPr>
          </a:p>
        </p:txBody>
      </p:sp>
      <p:sp>
        <p:nvSpPr>
          <p:cNvPr id="103" name="PlaceHolder 2"/>
          <p:cNvSpPr>
            <a:spLocks noGrp="1"/>
          </p:cNvSpPr>
          <p:nvPr>
            <p:ph type="body"/>
          </p:nvPr>
        </p:nvSpPr>
        <p:spPr>
          <a:xfrm>
            <a:off x="468000" y="1800000"/>
            <a:ext cx="9072000" cy="328824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Noto Sans"/>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Noto Sans"/>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Noto Sans"/>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Noto Sans"/>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Noto Sans"/>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Noto Sans"/>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Noto Sans"/>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Noto Sans"/>
              </a:rPr>
              <a:t>Click to edit the outline text format</a:t>
            </a:r>
            <a:endParaRPr lang="en-US" sz="3200" b="0" u="none" strike="noStrike">
              <a:solidFill>
                <a:srgbClr val="000000"/>
              </a:solidFill>
              <a:effectLst/>
              <a:uFillTx/>
              <a:latin typeface="Noto Sans"/>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Noto Sans"/>
              </a:rPr>
              <a:t>Second Outline Level</a:t>
            </a:r>
            <a:endParaRPr lang="en-US" sz="2800" b="0" u="none" strike="noStrike">
              <a:solidFill>
                <a:srgbClr val="000000"/>
              </a:solidFill>
              <a:effectLst/>
              <a:uFillTx/>
              <a:latin typeface="Noto Sans"/>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Noto Sans"/>
              </a:rPr>
              <a:t>Third Outline Level</a:t>
            </a:r>
            <a:endParaRPr lang="en-US" sz="2400" b="0" u="none" strike="noStrike">
              <a:solidFill>
                <a:srgbClr val="000000"/>
              </a:solidFill>
              <a:effectLst/>
              <a:uFillTx/>
              <a:latin typeface="Noto Sans"/>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Noto Sans"/>
              </a:rPr>
              <a:t>Fourth Outline Level</a:t>
            </a:r>
            <a:endParaRPr lang="en-US" sz="2000" b="0" u="none" strike="noStrike">
              <a:solidFill>
                <a:srgbClr val="000000"/>
              </a:solidFill>
              <a:effectLst/>
              <a:uFillTx/>
              <a:latin typeface="Noto Sans"/>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Noto Sans"/>
              </a:rPr>
              <a:t>Fifth Outline Level</a:t>
            </a:r>
            <a:endParaRPr lang="en-US" sz="2000" b="0" u="none" strike="noStrike">
              <a:solidFill>
                <a:srgbClr val="000000"/>
              </a:solidFill>
              <a:effectLst/>
              <a:uFillTx/>
              <a:latin typeface="Noto Sans"/>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Noto Sans"/>
              </a:rPr>
              <a:t>Sixth Outline Level</a:t>
            </a:r>
            <a:endParaRPr lang="en-US" sz="2000" b="0" u="none" strike="noStrike">
              <a:solidFill>
                <a:srgbClr val="000000"/>
              </a:solidFill>
              <a:effectLst/>
              <a:uFillTx/>
              <a:latin typeface="Noto Sans"/>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Noto Sans"/>
              </a:rPr>
              <a:t>Seventh Outline Level</a:t>
            </a:r>
            <a:endParaRPr lang="en-US" sz="2000" b="0" u="none" strike="noStrike">
              <a:solidFill>
                <a:srgbClr val="000000"/>
              </a:solidFill>
              <a:effectLst/>
              <a:uFillTx/>
              <a:latin typeface="Noto Sans"/>
            </a:endParaRPr>
          </a:p>
        </p:txBody>
      </p:sp>
      <p:sp>
        <p:nvSpPr>
          <p:cNvPr id="104" name="PlaceHolder 3"/>
          <p:cNvSpPr>
            <a:spLocks noGrp="1"/>
          </p:cNvSpPr>
          <p:nvPr>
            <p:ph type="dt" idx="13"/>
          </p:nvPr>
        </p:nvSpPr>
        <p:spPr>
          <a:xfrm>
            <a:off x="468000" y="5166000"/>
            <a:ext cx="2348280" cy="39060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Noto Sans"/>
              </a:defRPr>
            </a:lvl1pPr>
          </a:lstStyle>
          <a:p>
            <a:pPr indent="0" algn="l">
              <a:buNone/>
            </a:pPr>
            <a:r>
              <a:rPr lang="en-US" sz="1400" b="0" u="none" strike="noStrike">
                <a:solidFill>
                  <a:srgbClr val="000000"/>
                </a:solidFill>
                <a:effectLst/>
                <a:uFillTx/>
                <a:latin typeface="Noto Sans"/>
              </a:rPr>
              <a:t>&lt;date/time&gt;</a:t>
            </a:r>
            <a:endParaRPr lang="en-US" sz="1400" b="0" u="none" strike="noStrike">
              <a:solidFill>
                <a:srgbClr val="000000"/>
              </a:solidFill>
              <a:effectLst/>
              <a:uFillTx/>
              <a:latin typeface="Noto Sans"/>
            </a:endParaRPr>
          </a:p>
        </p:txBody>
      </p:sp>
      <p:sp>
        <p:nvSpPr>
          <p:cNvPr id="105" name="PlaceHolder 4"/>
          <p:cNvSpPr>
            <a:spLocks noGrp="1"/>
          </p:cNvSpPr>
          <p:nvPr>
            <p:ph type="ftr" idx="14"/>
          </p:nvPr>
        </p:nvSpPr>
        <p:spPr>
          <a:xfrm>
            <a:off x="3442680" y="5166000"/>
            <a:ext cx="3195000" cy="390600"/>
          </a:xfrm>
          <a:prstGeom prst="rect">
            <a:avLst/>
          </a:prstGeom>
          <a:noFill/>
          <a:ln w="0">
            <a:noFill/>
          </a:ln>
        </p:spPr>
        <p:txBody>
          <a:bodyPr lIns="0" tIns="0" rIns="0" bIns="0" anchor="b">
            <a:noAutofit/>
          </a:bodyPr>
          <a:lstStyle>
            <a:lvl1pPr indent="0" algn="ctr">
              <a:buNone/>
              <a:defRPr lang="en-US" sz="1400" b="0" u="none" strike="noStrike">
                <a:solidFill>
                  <a:srgbClr val="000000"/>
                </a:solidFill>
                <a:effectLst/>
                <a:uFillTx/>
                <a:latin typeface="Noto Sans"/>
              </a:defRPr>
            </a:lvl1pPr>
          </a:lstStyle>
          <a:p>
            <a:pPr indent="0" algn="ctr">
              <a:buNone/>
            </a:pPr>
            <a:r>
              <a:rPr lang="en-US" sz="1400" b="0" u="none" strike="noStrike">
                <a:solidFill>
                  <a:srgbClr val="000000"/>
                </a:solidFill>
                <a:effectLst/>
                <a:uFillTx/>
                <a:latin typeface="Noto Sans"/>
              </a:rPr>
              <a:t>&lt;footer&gt;</a:t>
            </a:r>
            <a:endParaRPr lang="en-US" sz="1400" b="0" u="none" strike="noStrike">
              <a:solidFill>
                <a:srgbClr val="000000"/>
              </a:solidFill>
              <a:effectLst/>
              <a:uFillTx/>
              <a:latin typeface="Noto Sans"/>
            </a:endParaRPr>
          </a:p>
        </p:txBody>
      </p:sp>
      <p:sp>
        <p:nvSpPr>
          <p:cNvPr id="106" name="PlaceHolder 5"/>
          <p:cNvSpPr>
            <a:spLocks noGrp="1"/>
          </p:cNvSpPr>
          <p:nvPr>
            <p:ph type="sldNum" idx="15"/>
          </p:nvPr>
        </p:nvSpPr>
        <p:spPr>
          <a:xfrm>
            <a:off x="7227360" y="5166000"/>
            <a:ext cx="2348280" cy="39060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Noto Sans"/>
              </a:defRPr>
            </a:lvl1pPr>
          </a:lstStyle>
          <a:p>
            <a:pPr indent="0" algn="r">
              <a:buNone/>
            </a:pPr>
            <a:fld id="{E9A326BD-00A6-41DC-85B7-D16359A1C2D0}" type="slidenum">
              <a:rPr lang="en-US" sz="1400" b="0" u="none" strike="noStrike">
                <a:solidFill>
                  <a:srgbClr val="000000"/>
                </a:solidFill>
                <a:effectLst/>
                <a:uFillTx/>
                <a:latin typeface="Noto Sans"/>
              </a:rPr>
              <a:t>&lt;number&gt;</a:t>
            </a:fld>
            <a:endParaRPr lang="en-US" sz="1400" b="0" u="none" strike="noStrike">
              <a:solidFill>
                <a:srgbClr val="000000"/>
              </a:solidFill>
              <a:effectLst/>
              <a:uFillTx/>
              <a:latin typeface="Noto Sans"/>
            </a:endParaRPr>
          </a:p>
        </p:txBody>
      </p:sp>
    </p:spTree>
  </p:cSld>
  <p:clrMap bg1="lt1" tx1="dk1" bg2="lt2" tx2="dk2" accent1="accent1" accent2="accent2" accent3="accent3" accent4="accent4" accent5="accent5" accent6="accent6" hlink="hlink" folHlink="folHlink"/>
  <p:sldLayoutIdLst>
    <p:sldLayoutId id="2147483658"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
          <p:cNvSpPr/>
          <p:nvPr/>
        </p:nvSpPr>
        <p:spPr>
          <a:xfrm>
            <a:off x="6771960" y="1300320"/>
            <a:ext cx="861840" cy="18288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110" name=""/>
          <p:cNvSpPr/>
          <p:nvPr/>
        </p:nvSpPr>
        <p:spPr>
          <a:xfrm>
            <a:off x="5813280" y="3854880"/>
            <a:ext cx="861840" cy="18288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111" name=""/>
          <p:cNvSpPr/>
          <p:nvPr/>
        </p:nvSpPr>
        <p:spPr>
          <a:xfrm>
            <a:off x="7589520" y="2560320"/>
            <a:ext cx="2194560" cy="2194560"/>
          </a:xfrm>
          <a:prstGeom prst="ellipse">
            <a:avLst/>
          </a:prstGeom>
          <a:solidFill>
            <a:srgbClr val="8D99AE">
              <a:alpha val="10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FFFFFF"/>
              </a:solidFill>
              <a:effectLst/>
              <a:uFillTx/>
              <a:latin typeface="Noto Sans"/>
            </a:endParaRPr>
          </a:p>
        </p:txBody>
      </p:sp>
      <p:sp>
        <p:nvSpPr>
          <p:cNvPr id="112" name=""/>
          <p:cNvSpPr/>
          <p:nvPr/>
        </p:nvSpPr>
        <p:spPr>
          <a:xfrm>
            <a:off x="3200400" y="731520"/>
            <a:ext cx="1684800" cy="1645920"/>
          </a:xfrm>
          <a:prstGeom prst="ellipse">
            <a:avLst/>
          </a:prstGeom>
          <a:solidFill>
            <a:srgbClr val="8D99AE">
              <a:alpha val="10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FFFFFF"/>
              </a:solidFill>
              <a:effectLst/>
              <a:uFillTx/>
              <a:latin typeface="Noto Sans"/>
            </a:endParaRPr>
          </a:p>
        </p:txBody>
      </p:sp>
      <p:sp>
        <p:nvSpPr>
          <p:cNvPr id="113" name=""/>
          <p:cNvSpPr/>
          <p:nvPr/>
        </p:nvSpPr>
        <p:spPr>
          <a:xfrm>
            <a:off x="1424160" y="3489120"/>
            <a:ext cx="1684800" cy="1645920"/>
          </a:xfrm>
          <a:prstGeom prst="ellipse">
            <a:avLst/>
          </a:prstGeom>
          <a:solidFill>
            <a:srgbClr val="8D99AE">
              <a:alpha val="10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FFFFFF"/>
              </a:solidFill>
              <a:effectLst/>
              <a:uFillTx/>
              <a:latin typeface="Noto Sans"/>
            </a:endParaRPr>
          </a:p>
        </p:txBody>
      </p:sp>
      <p:sp>
        <p:nvSpPr>
          <p:cNvPr id="114" name=""/>
          <p:cNvSpPr/>
          <p:nvPr/>
        </p:nvSpPr>
        <p:spPr>
          <a:xfrm>
            <a:off x="700920" y="1900080"/>
            <a:ext cx="1402200" cy="1848960"/>
          </a:xfrm>
          <a:custGeom>
            <a:avLst/>
            <a:gdLst/>
            <a:ahLst/>
            <a:rect l="0" t="0" r="r" b="b"/>
            <a:pathLst>
              <a:path fill="none" w="3895" h="5136">
                <a:moveTo>
                  <a:pt x="339" y="0"/>
                </a:moveTo>
                <a:cubicBezTo>
                  <a:pt x="-931" y="2540"/>
                  <a:pt x="1609" y="5588"/>
                  <a:pt x="3895" y="5080"/>
                </a:cubicBezTo>
              </a:path>
            </a:pathLst>
          </a:custGeom>
          <a:ln w="36720">
            <a:solidFill>
              <a:srgbClr val="666666"/>
            </a:solidFill>
            <a:custDash>
              <a:ds d="600000" sp="300000"/>
            </a:custDash>
            <a:round/>
            <a:headEnd len="med" type="triangle" w="med"/>
            <a:tailEnd len="med" type="triangle" w="med"/>
          </a:ln>
        </p:spPr>
        <p:txBody>
          <a:bodyPr lIns="108360" tIns="63360" rIns="108360" bIns="63360" anchor="ctr">
            <a:noAutofit/>
          </a:bodyPr>
          <a:p>
            <a:endParaRPr lang="en-US" sz="1800" b="0" u="none" strike="noStrike">
              <a:solidFill>
                <a:srgbClr val="000000"/>
              </a:solidFill>
              <a:effectLst/>
              <a:uFillTx/>
              <a:latin typeface="Noto Sans"/>
            </a:endParaRPr>
          </a:p>
        </p:txBody>
      </p:sp>
      <p:sp>
        <p:nvSpPr>
          <p:cNvPr id="115" name=""/>
          <p:cNvSpPr/>
          <p:nvPr/>
        </p:nvSpPr>
        <p:spPr>
          <a:xfrm>
            <a:off x="3931920" y="2011680"/>
            <a:ext cx="975960" cy="1371600"/>
          </a:xfrm>
          <a:custGeom>
            <a:avLst/>
            <a:gdLst/>
            <a:ahLst/>
            <a:rect l="0" t="0" r="r" b="b"/>
            <a:pathLst>
              <a:path fill="none" w="2711" h="3810">
                <a:moveTo>
                  <a:pt x="0" y="3810"/>
                </a:moveTo>
                <a:cubicBezTo>
                  <a:pt x="762" y="3048"/>
                  <a:pt x="1271" y="3556"/>
                  <a:pt x="1270" y="2795"/>
                </a:cubicBezTo>
                <a:cubicBezTo>
                  <a:pt x="1270" y="2032"/>
                  <a:pt x="3301" y="2286"/>
                  <a:pt x="2540" y="3048"/>
                </a:cubicBezTo>
                <a:cubicBezTo>
                  <a:pt x="1778" y="3810"/>
                  <a:pt x="1524" y="508"/>
                  <a:pt x="2540" y="0"/>
                </a:cubicBezTo>
              </a:path>
            </a:pathLst>
          </a:custGeom>
          <a:ln w="36720">
            <a:solidFill>
              <a:srgbClr val="666666"/>
            </a:solidFill>
            <a:custDash>
              <a:ds d="600000" sp="300000"/>
            </a:custDash>
            <a:round/>
            <a:headEnd len="med" type="triangle" w="med"/>
            <a:tailEnd len="med" type="triangle" w="med"/>
          </a:ln>
        </p:spPr>
        <p:txBody>
          <a:bodyPr lIns="108360" tIns="63360" rIns="108360" bIns="63360" anchor="ctr">
            <a:noAutofit/>
          </a:bodyPr>
          <a:p>
            <a:endParaRPr lang="en-US" sz="1800" b="0" u="none" strike="noStrike">
              <a:solidFill>
                <a:srgbClr val="000000"/>
              </a:solidFill>
              <a:effectLst/>
              <a:uFillTx/>
              <a:latin typeface="Noto Sans"/>
            </a:endParaRPr>
          </a:p>
        </p:txBody>
      </p:sp>
      <p:sp>
        <p:nvSpPr>
          <p:cNvPr id="116" name=""/>
          <p:cNvSpPr/>
          <p:nvPr/>
        </p:nvSpPr>
        <p:spPr>
          <a:xfrm>
            <a:off x="7724880" y="2103120"/>
            <a:ext cx="779040" cy="1463040"/>
          </a:xfrm>
          <a:custGeom>
            <a:avLst/>
            <a:gdLst/>
            <a:ahLst/>
            <a:rect l="0" t="0" r="r" b="b"/>
            <a:pathLst>
              <a:path fill="none" w="2164" h="4064">
                <a:moveTo>
                  <a:pt x="132" y="4064"/>
                </a:moveTo>
                <a:cubicBezTo>
                  <a:pt x="-630" y="3301"/>
                  <a:pt x="2164" y="3555"/>
                  <a:pt x="2164" y="2794"/>
                </a:cubicBezTo>
                <a:cubicBezTo>
                  <a:pt x="2164" y="2032"/>
                  <a:pt x="-630" y="1778"/>
                  <a:pt x="132" y="2540"/>
                </a:cubicBezTo>
                <a:cubicBezTo>
                  <a:pt x="894" y="3302"/>
                  <a:pt x="1910" y="508"/>
                  <a:pt x="894" y="0"/>
                </a:cubicBezTo>
              </a:path>
            </a:pathLst>
          </a:custGeom>
          <a:ln w="36720">
            <a:solidFill>
              <a:srgbClr val="666666"/>
            </a:solidFill>
            <a:custDash>
              <a:ds d="600000" sp="300000"/>
            </a:custDash>
            <a:round/>
            <a:headEnd len="med" type="triangle" w="med"/>
            <a:tailEnd len="med" type="triangle" w="med"/>
          </a:ln>
        </p:spPr>
        <p:txBody>
          <a:bodyPr lIns="108360" tIns="63360" rIns="108360" bIns="63360" anchor="ctr">
            <a:noAutofit/>
          </a:bodyPr>
          <a:p>
            <a:endParaRPr lang="en-US" sz="1800" b="0" u="none" strike="noStrike">
              <a:solidFill>
                <a:srgbClr val="000000"/>
              </a:solidFill>
              <a:effectLst/>
              <a:uFillTx/>
              <a:latin typeface="Noto Sans"/>
            </a:endParaRPr>
          </a:p>
        </p:txBody>
      </p:sp>
      <p:sp>
        <p:nvSpPr>
          <p:cNvPr id="117" name=""/>
          <p:cNvSpPr/>
          <p:nvPr/>
        </p:nvSpPr>
        <p:spPr>
          <a:xfrm>
            <a:off x="1424160" y="4754880"/>
            <a:ext cx="861840" cy="18288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118" name=""/>
          <p:cNvSpPr/>
          <p:nvPr/>
        </p:nvSpPr>
        <p:spPr>
          <a:xfrm>
            <a:off x="2887200" y="1300320"/>
            <a:ext cx="861840" cy="18288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119" name="PlaceHolder 1"/>
          <p:cNvSpPr>
            <a:spLocks noGrp="1"/>
          </p:cNvSpPr>
          <p:nvPr>
            <p:ph type="title"/>
          </p:nvPr>
        </p:nvSpPr>
        <p:spPr>
          <a:xfrm>
            <a:off x="468000" y="468000"/>
            <a:ext cx="9072000" cy="946440"/>
          </a:xfrm>
          <a:prstGeom prst="rect">
            <a:avLst/>
          </a:prstGeom>
          <a:noFill/>
          <a:ln w="0">
            <a:noFill/>
          </a:ln>
        </p:spPr>
        <p:txBody>
          <a:bodyPr lIns="0" tIns="0" rIns="0" bIns="0" anchor="ctr">
            <a:normAutofit/>
          </a:bodyPr>
          <a:lstStyle>
            <a:lvl1pPr indent="0" algn="ctr">
              <a:buNone/>
              <a:defRPr lang="en-US" sz="4400" b="1" u="none" strike="noStrike">
                <a:solidFill>
                  <a:srgbClr val="000000"/>
                </a:solidFill>
                <a:effectLst/>
                <a:uFillTx/>
                <a:latin typeface="Noto Sans"/>
              </a:defRPr>
            </a:lvl1pPr>
          </a:lstStyle>
          <a:p>
            <a:pPr indent="0" algn="ctr">
              <a:buNone/>
            </a:pPr>
            <a:r>
              <a:rPr lang="en-US" sz="4400" b="1" u="none" strike="noStrike">
                <a:solidFill>
                  <a:srgbClr val="000000"/>
                </a:solidFill>
                <a:effectLst/>
                <a:uFillTx/>
                <a:latin typeface="Noto Sans"/>
              </a:rPr>
              <a:t>Click to edit the title text format</a:t>
            </a:r>
            <a:endParaRPr lang="en-US" sz="4400" b="1" u="none" strike="noStrike">
              <a:solidFill>
                <a:srgbClr val="000000"/>
              </a:solidFill>
              <a:effectLst/>
              <a:uFillTx/>
              <a:latin typeface="Noto Sans"/>
            </a:endParaRPr>
          </a:p>
        </p:txBody>
      </p:sp>
      <p:sp>
        <p:nvSpPr>
          <p:cNvPr id="120" name="PlaceHolder 2"/>
          <p:cNvSpPr>
            <a:spLocks noGrp="1"/>
          </p:cNvSpPr>
          <p:nvPr>
            <p:ph type="body"/>
          </p:nvPr>
        </p:nvSpPr>
        <p:spPr>
          <a:xfrm>
            <a:off x="468000" y="1800000"/>
            <a:ext cx="9072000" cy="328824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Noto Sans"/>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Noto Sans"/>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Noto Sans"/>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Noto Sans"/>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Noto Sans"/>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Noto Sans"/>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Noto Sans"/>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Noto Sans"/>
              </a:rPr>
              <a:t>Click to edit the outline text format</a:t>
            </a:r>
            <a:endParaRPr lang="en-US" sz="3200" b="0" u="none" strike="noStrike">
              <a:solidFill>
                <a:srgbClr val="000000"/>
              </a:solidFill>
              <a:effectLst/>
              <a:uFillTx/>
              <a:latin typeface="Noto Sans"/>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Noto Sans"/>
              </a:rPr>
              <a:t>Second Outline Level</a:t>
            </a:r>
            <a:endParaRPr lang="en-US" sz="2800" b="0" u="none" strike="noStrike">
              <a:solidFill>
                <a:srgbClr val="000000"/>
              </a:solidFill>
              <a:effectLst/>
              <a:uFillTx/>
              <a:latin typeface="Noto Sans"/>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Noto Sans"/>
              </a:rPr>
              <a:t>Third Outline Level</a:t>
            </a:r>
            <a:endParaRPr lang="en-US" sz="2400" b="0" u="none" strike="noStrike">
              <a:solidFill>
                <a:srgbClr val="000000"/>
              </a:solidFill>
              <a:effectLst/>
              <a:uFillTx/>
              <a:latin typeface="Noto Sans"/>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Noto Sans"/>
              </a:rPr>
              <a:t>Fourth Outline Level</a:t>
            </a:r>
            <a:endParaRPr lang="en-US" sz="2000" b="0" u="none" strike="noStrike">
              <a:solidFill>
                <a:srgbClr val="000000"/>
              </a:solidFill>
              <a:effectLst/>
              <a:uFillTx/>
              <a:latin typeface="Noto Sans"/>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Noto Sans"/>
              </a:rPr>
              <a:t>Fifth Outline Level</a:t>
            </a:r>
            <a:endParaRPr lang="en-US" sz="2000" b="0" u="none" strike="noStrike">
              <a:solidFill>
                <a:srgbClr val="000000"/>
              </a:solidFill>
              <a:effectLst/>
              <a:uFillTx/>
              <a:latin typeface="Noto Sans"/>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Noto Sans"/>
              </a:rPr>
              <a:t>Sixth Outline Level</a:t>
            </a:r>
            <a:endParaRPr lang="en-US" sz="2000" b="0" u="none" strike="noStrike">
              <a:solidFill>
                <a:srgbClr val="000000"/>
              </a:solidFill>
              <a:effectLst/>
              <a:uFillTx/>
              <a:latin typeface="Noto Sans"/>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Noto Sans"/>
              </a:rPr>
              <a:t>Seventh Outline Level</a:t>
            </a:r>
            <a:endParaRPr lang="en-US" sz="2000" b="0" u="none" strike="noStrike">
              <a:solidFill>
                <a:srgbClr val="000000"/>
              </a:solidFill>
              <a:effectLst/>
              <a:uFillTx/>
              <a:latin typeface="Noto Sans"/>
            </a:endParaRPr>
          </a:p>
        </p:txBody>
      </p:sp>
      <p:sp>
        <p:nvSpPr>
          <p:cNvPr id="121" name="PlaceHolder 3"/>
          <p:cNvSpPr>
            <a:spLocks noGrp="1"/>
          </p:cNvSpPr>
          <p:nvPr>
            <p:ph type="dt" idx="16"/>
          </p:nvPr>
        </p:nvSpPr>
        <p:spPr>
          <a:xfrm>
            <a:off x="468000" y="5166000"/>
            <a:ext cx="2348280" cy="39060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Noto Sans"/>
              </a:defRPr>
            </a:lvl1pPr>
          </a:lstStyle>
          <a:p>
            <a:pPr indent="0" algn="l">
              <a:buNone/>
            </a:pPr>
            <a:r>
              <a:rPr lang="en-US" sz="1400" b="0" u="none" strike="noStrike">
                <a:solidFill>
                  <a:srgbClr val="000000"/>
                </a:solidFill>
                <a:effectLst/>
                <a:uFillTx/>
                <a:latin typeface="Noto Sans"/>
              </a:rPr>
              <a:t>&lt;date/time&gt;</a:t>
            </a:r>
            <a:endParaRPr lang="en-US" sz="1400" b="0" u="none" strike="noStrike">
              <a:solidFill>
                <a:srgbClr val="000000"/>
              </a:solidFill>
              <a:effectLst/>
              <a:uFillTx/>
              <a:latin typeface="Noto Sans"/>
            </a:endParaRPr>
          </a:p>
        </p:txBody>
      </p:sp>
      <p:sp>
        <p:nvSpPr>
          <p:cNvPr id="122" name="PlaceHolder 4"/>
          <p:cNvSpPr>
            <a:spLocks noGrp="1"/>
          </p:cNvSpPr>
          <p:nvPr>
            <p:ph type="ftr" idx="17"/>
          </p:nvPr>
        </p:nvSpPr>
        <p:spPr>
          <a:xfrm>
            <a:off x="3442680" y="5166000"/>
            <a:ext cx="3195000" cy="390600"/>
          </a:xfrm>
          <a:prstGeom prst="rect">
            <a:avLst/>
          </a:prstGeom>
          <a:noFill/>
          <a:ln w="0">
            <a:noFill/>
          </a:ln>
        </p:spPr>
        <p:txBody>
          <a:bodyPr lIns="0" tIns="0" rIns="0" bIns="0" anchor="b">
            <a:noAutofit/>
          </a:bodyPr>
          <a:lstStyle>
            <a:lvl1pPr indent="0" algn="ctr">
              <a:buNone/>
              <a:defRPr lang="en-US" sz="1400" b="0" u="none" strike="noStrike">
                <a:solidFill>
                  <a:srgbClr val="000000"/>
                </a:solidFill>
                <a:effectLst/>
                <a:uFillTx/>
                <a:latin typeface="Noto Sans"/>
              </a:defRPr>
            </a:lvl1pPr>
          </a:lstStyle>
          <a:p>
            <a:pPr indent="0" algn="ctr">
              <a:buNone/>
            </a:pPr>
            <a:r>
              <a:rPr lang="en-US" sz="1400" b="0" u="none" strike="noStrike">
                <a:solidFill>
                  <a:srgbClr val="000000"/>
                </a:solidFill>
                <a:effectLst/>
                <a:uFillTx/>
                <a:latin typeface="Noto Sans"/>
              </a:rPr>
              <a:t>&lt;footer&gt;</a:t>
            </a:r>
            <a:endParaRPr lang="en-US" sz="1400" b="0" u="none" strike="noStrike">
              <a:solidFill>
                <a:srgbClr val="000000"/>
              </a:solidFill>
              <a:effectLst/>
              <a:uFillTx/>
              <a:latin typeface="Noto Sans"/>
            </a:endParaRPr>
          </a:p>
        </p:txBody>
      </p:sp>
      <p:sp>
        <p:nvSpPr>
          <p:cNvPr id="123" name="PlaceHolder 5"/>
          <p:cNvSpPr>
            <a:spLocks noGrp="1"/>
          </p:cNvSpPr>
          <p:nvPr>
            <p:ph type="sldNum" idx="18"/>
          </p:nvPr>
        </p:nvSpPr>
        <p:spPr>
          <a:xfrm>
            <a:off x="7227360" y="5166000"/>
            <a:ext cx="2348280" cy="39060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Noto Sans"/>
              </a:defRPr>
            </a:lvl1pPr>
          </a:lstStyle>
          <a:p>
            <a:pPr indent="0" algn="r">
              <a:buNone/>
            </a:pPr>
            <a:fld id="{CF2C7B6A-B22F-4FB5-A414-D77EB8C44BC3}" type="slidenum">
              <a:rPr lang="en-US" sz="1400" b="0" u="none" strike="noStrike">
                <a:solidFill>
                  <a:srgbClr val="000000"/>
                </a:solidFill>
                <a:effectLst/>
                <a:uFillTx/>
                <a:latin typeface="Noto Sans"/>
              </a:rPr>
              <a:t>&lt;number&gt;</a:t>
            </a:fld>
            <a:endParaRPr lang="en-US" sz="1400" b="0" u="none" strike="noStrike">
              <a:solidFill>
                <a:srgbClr val="000000"/>
              </a:solidFill>
              <a:effectLst/>
              <a:uFillTx/>
              <a:latin typeface="Noto Sans"/>
            </a:endParaRPr>
          </a:p>
        </p:txBody>
      </p:sp>
    </p:spTree>
  </p:cSld>
  <p:clrMap bg1="lt1" tx1="dk1" bg2="lt2" tx2="dk2" accent1="accent1" accent2="accent2" accent3="accent3" accent4="accent4" accent5="accent5" accent6="accent6" hlink="hlink" folHlink="folHlink"/>
  <p:sldLayoutIdLst>
    <p:sldLayoutId id="2147483660"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26" name=""/>
          <p:cNvGrpSpPr/>
          <p:nvPr/>
        </p:nvGrpSpPr>
        <p:grpSpPr>
          <a:xfrm>
            <a:off x="2982960" y="1548000"/>
            <a:ext cx="5982480" cy="3326040"/>
            <a:chOff x="2982960" y="1548000"/>
            <a:chExt cx="5982480" cy="3326040"/>
          </a:xfrm>
        </p:grpSpPr>
        <p:sp>
          <p:nvSpPr>
            <p:cNvPr id="127" name=""/>
            <p:cNvSpPr/>
            <p:nvPr/>
          </p:nvSpPr>
          <p:spPr>
            <a:xfrm>
              <a:off x="3570480" y="1888200"/>
              <a:ext cx="4927320" cy="2623320"/>
            </a:xfrm>
            <a:prstGeom prst="rect">
              <a:avLst/>
            </a:prstGeom>
            <a:solidFill>
              <a:srgbClr val="E9ECEF"/>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128" name=""/>
            <p:cNvSpPr/>
            <p:nvPr/>
          </p:nvSpPr>
          <p:spPr>
            <a:xfrm>
              <a:off x="3763800" y="1585440"/>
              <a:ext cx="4927320" cy="2623320"/>
            </a:xfrm>
            <a:prstGeom prst="rect">
              <a:avLst/>
            </a:prstGeom>
            <a:noFill/>
            <a:ln w="18360">
              <a:solidFill>
                <a:srgbClr val="000000"/>
              </a:solidFill>
              <a:round/>
            </a:ln>
          </p:spPr>
          <p:style>
            <a:lnRef idx="0"/>
            <a:fillRef idx="0"/>
            <a:effectRef idx="0"/>
            <a:fontRef idx="minor"/>
          </p:style>
          <p:txBody>
            <a:bodyPr wrap="none" lIns="99000" tIns="54000" rIns="99000" bIns="54000" anchor="ctr">
              <a:noAutofit/>
            </a:bodyPr>
            <a:p>
              <a:endParaRPr lang="en-US" sz="1800" b="0" u="none" strike="noStrike">
                <a:solidFill>
                  <a:srgbClr val="000000"/>
                </a:solidFill>
                <a:effectLst/>
                <a:uFillTx/>
                <a:latin typeface="Noto Sans"/>
              </a:endParaRPr>
            </a:p>
          </p:txBody>
        </p:sp>
        <p:sp>
          <p:nvSpPr>
            <p:cNvPr id="129" name=""/>
            <p:cNvSpPr txBox="1"/>
            <p:nvPr/>
          </p:nvSpPr>
          <p:spPr>
            <a:xfrm>
              <a:off x="3844800" y="1548000"/>
              <a:ext cx="1097280" cy="1474200"/>
            </a:xfrm>
            <a:prstGeom prst="rect">
              <a:avLst/>
            </a:prstGeom>
            <a:noFill/>
            <a:ln w="0">
              <a:noFill/>
            </a:ln>
          </p:spPr>
          <p:txBody>
            <a:bodyPr lIns="90000" tIns="45000" rIns="90000" bIns="45000" anchor="t">
              <a:spAutoFit/>
            </a:bodyPr>
            <a:p>
              <a:r>
                <a:rPr lang="en-US" sz="8000" b="0" u="none" strike="noStrike">
                  <a:solidFill>
                    <a:srgbClr val="000000"/>
                  </a:solidFill>
                  <a:effectLst/>
                  <a:uFillTx/>
                  <a:latin typeface="Noto Sans"/>
                </a:rPr>
                <a:t>“</a:t>
              </a:r>
              <a:endParaRPr lang="en-US" sz="8000" b="0" u="none" strike="noStrike">
                <a:solidFill>
                  <a:srgbClr val="000000"/>
                </a:solidFill>
                <a:effectLst/>
                <a:uFillTx/>
                <a:latin typeface="Noto Sans"/>
              </a:endParaRPr>
            </a:p>
          </p:txBody>
        </p:sp>
        <p:sp>
          <p:nvSpPr>
            <p:cNvPr id="130" name=""/>
            <p:cNvSpPr txBox="1"/>
            <p:nvPr/>
          </p:nvSpPr>
          <p:spPr>
            <a:xfrm>
              <a:off x="7868160" y="3399840"/>
              <a:ext cx="1097280" cy="1474200"/>
            </a:xfrm>
            <a:prstGeom prst="rect">
              <a:avLst/>
            </a:prstGeom>
            <a:noFill/>
            <a:ln w="0">
              <a:noFill/>
            </a:ln>
          </p:spPr>
          <p:txBody>
            <a:bodyPr lIns="90000" tIns="45000" rIns="90000" bIns="45000" anchor="t">
              <a:spAutoFit/>
            </a:bodyPr>
            <a:p>
              <a:r>
                <a:rPr lang="en-US" sz="8000" b="0" u="none" strike="noStrike">
                  <a:solidFill>
                    <a:srgbClr val="000000"/>
                  </a:solidFill>
                  <a:effectLst/>
                  <a:uFillTx/>
                  <a:latin typeface="Noto Sans"/>
                </a:rPr>
                <a:t>”</a:t>
              </a:r>
              <a:endParaRPr lang="en-US" sz="8000" b="0" u="none" strike="noStrike">
                <a:solidFill>
                  <a:srgbClr val="000000"/>
                </a:solidFill>
                <a:effectLst/>
                <a:uFillTx/>
                <a:latin typeface="Noto Sans"/>
              </a:endParaRPr>
            </a:p>
          </p:txBody>
        </p:sp>
        <p:sp>
          <p:nvSpPr>
            <p:cNvPr id="131" name=""/>
            <p:cNvSpPr/>
            <p:nvPr/>
          </p:nvSpPr>
          <p:spPr>
            <a:xfrm>
              <a:off x="2982960" y="4117320"/>
              <a:ext cx="1044720" cy="30276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grpSp>
      <p:grpSp>
        <p:nvGrpSpPr>
          <p:cNvPr id="132" name=""/>
          <p:cNvGrpSpPr/>
          <p:nvPr/>
        </p:nvGrpSpPr>
        <p:grpSpPr>
          <a:xfrm>
            <a:off x="-927000" y="-375120"/>
            <a:ext cx="3796200" cy="6389640"/>
            <a:chOff x="-927000" y="-375120"/>
            <a:chExt cx="3796200" cy="6389640"/>
          </a:xfrm>
        </p:grpSpPr>
        <p:sp>
          <p:nvSpPr>
            <p:cNvPr id="133" name=""/>
            <p:cNvSpPr/>
            <p:nvPr/>
          </p:nvSpPr>
          <p:spPr>
            <a:xfrm rot="5400000">
              <a:off x="459720" y="-221760"/>
              <a:ext cx="1073160" cy="766440"/>
            </a:xfrm>
            <a:custGeom>
              <a:avLst/>
              <a:gdLst>
                <a:gd name="textAreaLeft" fmla="*/ 278280 w 1073160"/>
                <a:gd name="textAreaRight" fmla="*/ 794880 w 1073160"/>
                <a:gd name="textAreaTop" fmla="*/ 258840 h 766440"/>
                <a:gd name="textAreaBottom" fmla="*/ 507600 h 766440"/>
                <a:gd name="GluePoint1X" fmla="*/ 10800 w 21600"/>
                <a:gd name="GluePoint1Y" fmla="*/ 0 h 21600"/>
                <a:gd name="GluePoint2X" fmla="*/ 0 w 21600"/>
                <a:gd name="GluePoint2Y" fmla="*/ 10800 h 21600"/>
                <a:gd name="GluePoint3X" fmla="*/ 10800 w 21600"/>
                <a:gd name="GluePoint3Y" fmla="*/ 21600 h 21600"/>
                <a:gd name="GluePoint4X" fmla="*/ 21600 w 21600"/>
                <a:gd name="GluePoint4Y" fmla="*/ 1080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dist="103350" dir="2700000" rotWithShape="0">
                <a:srgbClr val="808080">
                  <a:alpha val="20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ans"/>
              </a:endParaRPr>
            </a:p>
          </p:txBody>
        </p:sp>
        <p:sp>
          <p:nvSpPr>
            <p:cNvPr id="134" name=""/>
            <p:cNvSpPr/>
            <p:nvPr/>
          </p:nvSpPr>
          <p:spPr>
            <a:xfrm>
              <a:off x="1144440" y="-213120"/>
              <a:ext cx="1073160" cy="766440"/>
            </a:xfrm>
            <a:custGeom>
              <a:avLst/>
              <a:gdLst>
                <a:gd name="textAreaLeft" fmla="*/ 278280 w 1073160"/>
                <a:gd name="textAreaRight" fmla="*/ 794880 w 1073160"/>
                <a:gd name="textAreaTop" fmla="*/ 258840 h 766440"/>
                <a:gd name="textAreaBottom" fmla="*/ 507600 h 766440"/>
                <a:gd name="GluePoint1X" fmla="*/ 10800 w 21600"/>
                <a:gd name="GluePoint1Y" fmla="*/ 0 h 21600"/>
                <a:gd name="GluePoint2X" fmla="*/ 0 w 21600"/>
                <a:gd name="GluePoint2Y" fmla="*/ 10800 h 21600"/>
                <a:gd name="GluePoint3X" fmla="*/ 10800 w 21600"/>
                <a:gd name="GluePoint3Y" fmla="*/ 21600 h 21600"/>
                <a:gd name="GluePoint4X" fmla="*/ 21600 w 21600"/>
                <a:gd name="GluePoint4Y" fmla="*/ 1080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2"/>
              <a:srcRect/>
              <a:tile tx="0" ty="0" sx="74822" sy="74822" algn="ctr"/>
            </a:blipFill>
            <a:ln w="0">
              <a:solidFill>
                <a:srgbClr val="000000"/>
              </a:solidFill>
            </a:ln>
            <a:effectLst>
              <a:outerShdw dist="101823" dir="2700000" rotWithShape="0">
                <a:srgbClr val="808080">
                  <a:alpha val="2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ans"/>
              </a:endParaRPr>
            </a:p>
          </p:txBody>
        </p:sp>
        <p:sp>
          <p:nvSpPr>
            <p:cNvPr id="135" name=""/>
            <p:cNvSpPr/>
            <p:nvPr/>
          </p:nvSpPr>
          <p:spPr>
            <a:xfrm rot="5400000">
              <a:off x="-231480" y="450360"/>
              <a:ext cx="1073160" cy="766440"/>
            </a:xfrm>
            <a:custGeom>
              <a:avLst/>
              <a:gdLst>
                <a:gd name="textAreaLeft" fmla="*/ 278280 w 1073160"/>
                <a:gd name="textAreaRight" fmla="*/ 794880 w 1073160"/>
                <a:gd name="textAreaTop" fmla="*/ 258840 h 766440"/>
                <a:gd name="textAreaBottom" fmla="*/ 507600 h 766440"/>
                <a:gd name="GluePoint1X" fmla="*/ 10800 w 21600"/>
                <a:gd name="GluePoint1Y" fmla="*/ 0 h 21600"/>
                <a:gd name="GluePoint2X" fmla="*/ 0 w 21600"/>
                <a:gd name="GluePoint2Y" fmla="*/ 10800 h 21600"/>
                <a:gd name="GluePoint3X" fmla="*/ 10800 w 21600"/>
                <a:gd name="GluePoint3Y" fmla="*/ 21600 h 21600"/>
                <a:gd name="GluePoint4X" fmla="*/ 21600 w 21600"/>
                <a:gd name="GluePoint4Y" fmla="*/ 1080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dist="103350" dir="2700000" rotWithShape="0">
                <a:srgbClr val="808080">
                  <a:alpha val="2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ans"/>
              </a:endParaRPr>
            </a:p>
          </p:txBody>
        </p:sp>
        <p:sp>
          <p:nvSpPr>
            <p:cNvPr id="136" name=""/>
            <p:cNvSpPr/>
            <p:nvPr/>
          </p:nvSpPr>
          <p:spPr>
            <a:xfrm>
              <a:off x="448200" y="456840"/>
              <a:ext cx="1073160" cy="766440"/>
            </a:xfrm>
            <a:custGeom>
              <a:avLst/>
              <a:gdLst>
                <a:gd name="textAreaLeft" fmla="*/ 278280 w 1073160"/>
                <a:gd name="textAreaRight" fmla="*/ 794880 w 1073160"/>
                <a:gd name="textAreaTop" fmla="*/ 258840 h 766440"/>
                <a:gd name="textAreaBottom" fmla="*/ 507600 h 766440"/>
                <a:gd name="GluePoint1X" fmla="*/ 10800 w 21600"/>
                <a:gd name="GluePoint1Y" fmla="*/ 0 h 21600"/>
                <a:gd name="GluePoint2X" fmla="*/ 0 w 21600"/>
                <a:gd name="GluePoint2Y" fmla="*/ 10800 h 21600"/>
                <a:gd name="GluePoint3X" fmla="*/ 10800 w 21600"/>
                <a:gd name="GluePoint3Y" fmla="*/ 21600 h 21600"/>
                <a:gd name="GluePoint4X" fmla="*/ 21600 w 21600"/>
                <a:gd name="GluePoint4Y" fmla="*/ 1080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dist="103350" dir="2700000" rotWithShape="0">
                <a:srgbClr val="808080">
                  <a:alpha val="2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ans"/>
              </a:endParaRPr>
            </a:p>
          </p:txBody>
        </p:sp>
        <p:sp>
          <p:nvSpPr>
            <p:cNvPr id="137" name=""/>
            <p:cNvSpPr/>
            <p:nvPr/>
          </p:nvSpPr>
          <p:spPr>
            <a:xfrm rot="5400000">
              <a:off x="438840" y="1140840"/>
              <a:ext cx="1073160" cy="766440"/>
            </a:xfrm>
            <a:custGeom>
              <a:avLst/>
              <a:gdLst>
                <a:gd name="textAreaLeft" fmla="*/ 278280 w 1073160"/>
                <a:gd name="textAreaRight" fmla="*/ 794880 w 1073160"/>
                <a:gd name="textAreaTop" fmla="*/ 258840 h 766440"/>
                <a:gd name="textAreaBottom" fmla="*/ 507600 h 766440"/>
                <a:gd name="GluePoint1X" fmla="*/ 10800 w 21600"/>
                <a:gd name="GluePoint1Y" fmla="*/ 0 h 21600"/>
                <a:gd name="GluePoint2X" fmla="*/ 0 w 21600"/>
                <a:gd name="GluePoint2Y" fmla="*/ 10800 h 21600"/>
                <a:gd name="GluePoint3X" fmla="*/ 10800 w 21600"/>
                <a:gd name="GluePoint3Y" fmla="*/ 21600 h 21600"/>
                <a:gd name="GluePoint4X" fmla="*/ 21600 w 21600"/>
                <a:gd name="GluePoint4Y" fmla="*/ 1080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3"/>
              <a:srcRect/>
              <a:tile tx="0" ty="0" sx="74822" sy="74822" algn="ctr"/>
            </a:blipFill>
            <a:ln w="0">
              <a:solidFill>
                <a:srgbClr val="000000"/>
              </a:solidFill>
            </a:ln>
            <a:effectLst>
              <a:outerShdw dist="103350" dir="2700000" rotWithShape="0">
                <a:srgbClr val="808080">
                  <a:alpha val="2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ans"/>
              </a:endParaRPr>
            </a:p>
          </p:txBody>
        </p:sp>
        <p:sp>
          <p:nvSpPr>
            <p:cNvPr id="138" name=""/>
            <p:cNvSpPr/>
            <p:nvPr/>
          </p:nvSpPr>
          <p:spPr>
            <a:xfrm>
              <a:off x="1124280" y="1149480"/>
              <a:ext cx="1073160" cy="766440"/>
            </a:xfrm>
            <a:custGeom>
              <a:avLst/>
              <a:gdLst>
                <a:gd name="textAreaLeft" fmla="*/ 278280 w 1073160"/>
                <a:gd name="textAreaRight" fmla="*/ 794880 w 1073160"/>
                <a:gd name="textAreaTop" fmla="*/ 258840 h 766440"/>
                <a:gd name="textAreaBottom" fmla="*/ 507600 h 766440"/>
                <a:gd name="GluePoint1X" fmla="*/ 10800 w 21600"/>
                <a:gd name="GluePoint1Y" fmla="*/ 0 h 21600"/>
                <a:gd name="GluePoint2X" fmla="*/ 0 w 21600"/>
                <a:gd name="GluePoint2Y" fmla="*/ 10800 h 21600"/>
                <a:gd name="GluePoint3X" fmla="*/ 10800 w 21600"/>
                <a:gd name="GluePoint3Y" fmla="*/ 21600 h 21600"/>
                <a:gd name="GluePoint4X" fmla="*/ 21600 w 21600"/>
                <a:gd name="GluePoint4Y" fmla="*/ 1080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dist="103350" dir="2700000" rotWithShape="0">
                <a:srgbClr val="808080">
                  <a:alpha val="2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ans"/>
              </a:endParaRPr>
            </a:p>
          </p:txBody>
        </p:sp>
        <p:sp>
          <p:nvSpPr>
            <p:cNvPr id="139" name=""/>
            <p:cNvSpPr/>
            <p:nvPr/>
          </p:nvSpPr>
          <p:spPr>
            <a:xfrm>
              <a:off x="-927000" y="1809360"/>
              <a:ext cx="1073160" cy="766440"/>
            </a:xfrm>
            <a:custGeom>
              <a:avLst/>
              <a:gdLst>
                <a:gd name="textAreaLeft" fmla="*/ 278280 w 1073160"/>
                <a:gd name="textAreaRight" fmla="*/ 794880 w 1073160"/>
                <a:gd name="textAreaTop" fmla="*/ 258840 h 766440"/>
                <a:gd name="textAreaBottom" fmla="*/ 507600 h 766440"/>
                <a:gd name="GluePoint1X" fmla="*/ 10800 w 21600"/>
                <a:gd name="GluePoint1Y" fmla="*/ 0 h 21600"/>
                <a:gd name="GluePoint2X" fmla="*/ 0 w 21600"/>
                <a:gd name="GluePoint2Y" fmla="*/ 10800 h 21600"/>
                <a:gd name="GluePoint3X" fmla="*/ 10800 w 21600"/>
                <a:gd name="GluePoint3Y" fmla="*/ 21600 h 21600"/>
                <a:gd name="GluePoint4X" fmla="*/ 21600 w 21600"/>
                <a:gd name="GluePoint4Y" fmla="*/ 1080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4"/>
              <a:srcRect/>
              <a:tile tx="0" ty="0" sx="74822" sy="74822" algn="ctr"/>
            </a:blipFill>
            <a:ln w="0">
              <a:solidFill>
                <a:srgbClr val="000000"/>
              </a:solidFill>
            </a:ln>
            <a:effectLst>
              <a:outerShdw dist="101823" dir="2700000" rotWithShape="0">
                <a:srgbClr val="808080">
                  <a:alpha val="2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ans"/>
              </a:endParaRPr>
            </a:p>
          </p:txBody>
        </p:sp>
        <p:sp>
          <p:nvSpPr>
            <p:cNvPr id="140" name=""/>
            <p:cNvSpPr/>
            <p:nvPr/>
          </p:nvSpPr>
          <p:spPr>
            <a:xfrm rot="5400000">
              <a:off x="-245520" y="1815120"/>
              <a:ext cx="1073160" cy="766440"/>
            </a:xfrm>
            <a:custGeom>
              <a:avLst/>
              <a:gdLst>
                <a:gd name="textAreaLeft" fmla="*/ 278280 w 1073160"/>
                <a:gd name="textAreaRight" fmla="*/ 794880 w 1073160"/>
                <a:gd name="textAreaTop" fmla="*/ 258840 h 766440"/>
                <a:gd name="textAreaBottom" fmla="*/ 507600 h 766440"/>
                <a:gd name="GluePoint1X" fmla="*/ 10800 w 21600"/>
                <a:gd name="GluePoint1Y" fmla="*/ 0 h 21600"/>
                <a:gd name="GluePoint2X" fmla="*/ 0 w 21600"/>
                <a:gd name="GluePoint2Y" fmla="*/ 10800 h 21600"/>
                <a:gd name="GluePoint3X" fmla="*/ 10800 w 21600"/>
                <a:gd name="GluePoint3Y" fmla="*/ 21600 h 21600"/>
                <a:gd name="GluePoint4X" fmla="*/ 21600 w 21600"/>
                <a:gd name="GluePoint4Y" fmla="*/ 1080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212529"/>
            </a:solidFill>
            <a:ln w="0">
              <a:solidFill>
                <a:srgbClr val="000000"/>
              </a:solidFill>
            </a:ln>
            <a:effectLst>
              <a:outerShdw dist="103350" dir="2700000" rotWithShape="0">
                <a:srgbClr val="808080">
                  <a:alpha val="20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ans"/>
              </a:endParaRPr>
            </a:p>
          </p:txBody>
        </p:sp>
        <p:sp>
          <p:nvSpPr>
            <p:cNvPr id="141" name=""/>
            <p:cNvSpPr/>
            <p:nvPr/>
          </p:nvSpPr>
          <p:spPr>
            <a:xfrm>
              <a:off x="430560" y="1824480"/>
              <a:ext cx="1073160" cy="766440"/>
            </a:xfrm>
            <a:custGeom>
              <a:avLst/>
              <a:gdLst>
                <a:gd name="textAreaLeft" fmla="*/ 278280 w 1073160"/>
                <a:gd name="textAreaRight" fmla="*/ 794880 w 1073160"/>
                <a:gd name="textAreaTop" fmla="*/ 258840 h 766440"/>
                <a:gd name="textAreaBottom" fmla="*/ 507600 h 766440"/>
                <a:gd name="GluePoint1X" fmla="*/ 10800 w 21600"/>
                <a:gd name="GluePoint1Y" fmla="*/ 0 h 21600"/>
                <a:gd name="GluePoint2X" fmla="*/ 0 w 21600"/>
                <a:gd name="GluePoint2Y" fmla="*/ 10800 h 21600"/>
                <a:gd name="GluePoint3X" fmla="*/ 10800 w 21600"/>
                <a:gd name="GluePoint3Y" fmla="*/ 21600 h 21600"/>
                <a:gd name="GluePoint4X" fmla="*/ 21600 w 21600"/>
                <a:gd name="GluePoint4Y" fmla="*/ 1080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dist="103350" dir="2700000" rotWithShape="0">
                <a:srgbClr val="808080">
                  <a:alpha val="20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ans"/>
              </a:endParaRPr>
            </a:p>
          </p:txBody>
        </p:sp>
        <p:sp>
          <p:nvSpPr>
            <p:cNvPr id="142" name=""/>
            <p:cNvSpPr/>
            <p:nvPr/>
          </p:nvSpPr>
          <p:spPr>
            <a:xfrm rot="5400000">
              <a:off x="1113480" y="1833480"/>
              <a:ext cx="1073160" cy="766440"/>
            </a:xfrm>
            <a:custGeom>
              <a:avLst/>
              <a:gdLst>
                <a:gd name="textAreaLeft" fmla="*/ 278280 w 1073160"/>
                <a:gd name="textAreaRight" fmla="*/ 794880 w 1073160"/>
                <a:gd name="textAreaTop" fmla="*/ 258840 h 766440"/>
                <a:gd name="textAreaBottom" fmla="*/ 507600 h 766440"/>
                <a:gd name="GluePoint1X" fmla="*/ 10800 w 21600"/>
                <a:gd name="GluePoint1Y" fmla="*/ 0 h 21600"/>
                <a:gd name="GluePoint2X" fmla="*/ 0 w 21600"/>
                <a:gd name="GluePoint2Y" fmla="*/ 10800 h 21600"/>
                <a:gd name="GluePoint3X" fmla="*/ 10800 w 21600"/>
                <a:gd name="GluePoint3Y" fmla="*/ 21600 h 21600"/>
                <a:gd name="GluePoint4X" fmla="*/ 21600 w 21600"/>
                <a:gd name="GluePoint4Y" fmla="*/ 1080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343A40"/>
            </a:solidFill>
            <a:ln w="0">
              <a:solidFill>
                <a:srgbClr val="000000"/>
              </a:solidFill>
            </a:ln>
            <a:effectLst>
              <a:outerShdw dist="103350" dir="2700000" rotWithShape="0">
                <a:srgbClr val="808080">
                  <a:alpha val="20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ans"/>
              </a:endParaRPr>
            </a:p>
          </p:txBody>
        </p:sp>
        <p:sp>
          <p:nvSpPr>
            <p:cNvPr id="143" name=""/>
            <p:cNvSpPr/>
            <p:nvPr/>
          </p:nvSpPr>
          <p:spPr>
            <a:xfrm>
              <a:off x="1796040" y="1839600"/>
              <a:ext cx="1073160" cy="766440"/>
            </a:xfrm>
            <a:custGeom>
              <a:avLst/>
              <a:gdLst>
                <a:gd name="textAreaLeft" fmla="*/ 278280 w 1073160"/>
                <a:gd name="textAreaRight" fmla="*/ 794880 w 1073160"/>
                <a:gd name="textAreaTop" fmla="*/ 258840 h 766440"/>
                <a:gd name="textAreaBottom" fmla="*/ 507600 h 766440"/>
                <a:gd name="GluePoint1X" fmla="*/ 10800 w 21600"/>
                <a:gd name="GluePoint1Y" fmla="*/ 0 h 21600"/>
                <a:gd name="GluePoint2X" fmla="*/ 0 w 21600"/>
                <a:gd name="GluePoint2Y" fmla="*/ 10800 h 21600"/>
                <a:gd name="GluePoint3X" fmla="*/ 10800 w 21600"/>
                <a:gd name="GluePoint3Y" fmla="*/ 21600 h 21600"/>
                <a:gd name="GluePoint4X" fmla="*/ 21600 w 21600"/>
                <a:gd name="GluePoint4Y" fmla="*/ 1080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dist="103350" dir="2700000" rotWithShape="0">
                <a:srgbClr val="808080">
                  <a:alpha val="2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ans"/>
              </a:endParaRPr>
            </a:p>
          </p:txBody>
        </p:sp>
        <p:sp>
          <p:nvSpPr>
            <p:cNvPr id="144" name=""/>
            <p:cNvSpPr/>
            <p:nvPr/>
          </p:nvSpPr>
          <p:spPr>
            <a:xfrm>
              <a:off x="-253440" y="2498400"/>
              <a:ext cx="1073160" cy="766440"/>
            </a:xfrm>
            <a:custGeom>
              <a:avLst/>
              <a:gdLst>
                <a:gd name="textAreaLeft" fmla="*/ 278280 w 1073160"/>
                <a:gd name="textAreaRight" fmla="*/ 794880 w 1073160"/>
                <a:gd name="textAreaTop" fmla="*/ 258840 h 766440"/>
                <a:gd name="textAreaBottom" fmla="*/ 507600 h 766440"/>
                <a:gd name="GluePoint1X" fmla="*/ 10800 w 21600"/>
                <a:gd name="GluePoint1Y" fmla="*/ 0 h 21600"/>
                <a:gd name="GluePoint2X" fmla="*/ 0 w 21600"/>
                <a:gd name="GluePoint2Y" fmla="*/ 10800 h 21600"/>
                <a:gd name="GluePoint3X" fmla="*/ 10800 w 21600"/>
                <a:gd name="GluePoint3Y" fmla="*/ 21600 h 21600"/>
                <a:gd name="GluePoint4X" fmla="*/ 21600 w 21600"/>
                <a:gd name="GluePoint4Y" fmla="*/ 1080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dist="103350" dir="2700000" rotWithShape="0">
                <a:srgbClr val="808080">
                  <a:alpha val="20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ans"/>
              </a:endParaRPr>
            </a:p>
          </p:txBody>
        </p:sp>
        <p:sp>
          <p:nvSpPr>
            <p:cNvPr id="145" name=""/>
            <p:cNvSpPr/>
            <p:nvPr/>
          </p:nvSpPr>
          <p:spPr>
            <a:xfrm rot="5400000">
              <a:off x="421920" y="2508120"/>
              <a:ext cx="1073160" cy="766440"/>
            </a:xfrm>
            <a:custGeom>
              <a:avLst/>
              <a:gdLst>
                <a:gd name="textAreaLeft" fmla="*/ 278280 w 1073160"/>
                <a:gd name="textAreaRight" fmla="*/ 794880 w 1073160"/>
                <a:gd name="textAreaTop" fmla="*/ 258840 h 766440"/>
                <a:gd name="textAreaBottom" fmla="*/ 507600 h 766440"/>
                <a:gd name="GluePoint1X" fmla="*/ 10800 w 21600"/>
                <a:gd name="GluePoint1Y" fmla="*/ 0 h 21600"/>
                <a:gd name="GluePoint2X" fmla="*/ 0 w 21600"/>
                <a:gd name="GluePoint2Y" fmla="*/ 10800 h 21600"/>
                <a:gd name="GluePoint3X" fmla="*/ 10800 w 21600"/>
                <a:gd name="GluePoint3Y" fmla="*/ 21600 h 21600"/>
                <a:gd name="GluePoint4X" fmla="*/ 21600 w 21600"/>
                <a:gd name="GluePoint4Y" fmla="*/ 1080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dist="103350" dir="2700000" rotWithShape="0">
                <a:srgbClr val="808080">
                  <a:alpha val="2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ans"/>
              </a:endParaRPr>
            </a:p>
          </p:txBody>
        </p:sp>
        <p:sp>
          <p:nvSpPr>
            <p:cNvPr id="146" name=""/>
            <p:cNvSpPr/>
            <p:nvPr/>
          </p:nvSpPr>
          <p:spPr>
            <a:xfrm rot="5400000">
              <a:off x="-262800" y="3180240"/>
              <a:ext cx="1073160" cy="766440"/>
            </a:xfrm>
            <a:custGeom>
              <a:avLst/>
              <a:gdLst>
                <a:gd name="textAreaLeft" fmla="*/ 278280 w 1073160"/>
                <a:gd name="textAreaRight" fmla="*/ 794880 w 1073160"/>
                <a:gd name="textAreaTop" fmla="*/ 258840 h 766440"/>
                <a:gd name="textAreaBottom" fmla="*/ 507600 h 766440"/>
                <a:gd name="GluePoint1X" fmla="*/ 10800 w 21600"/>
                <a:gd name="GluePoint1Y" fmla="*/ 0 h 21600"/>
                <a:gd name="GluePoint2X" fmla="*/ 0 w 21600"/>
                <a:gd name="GluePoint2Y" fmla="*/ 10800 h 21600"/>
                <a:gd name="GluePoint3X" fmla="*/ 10800 w 21600"/>
                <a:gd name="GluePoint3Y" fmla="*/ 21600 h 21600"/>
                <a:gd name="GluePoint4X" fmla="*/ 21600 w 21600"/>
                <a:gd name="GluePoint4Y" fmla="*/ 1080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dist="103350" dir="2700000" rotWithShape="0">
                <a:srgbClr val="808080">
                  <a:alpha val="2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ans"/>
              </a:endParaRPr>
            </a:p>
          </p:txBody>
        </p:sp>
        <p:sp>
          <p:nvSpPr>
            <p:cNvPr id="147" name=""/>
            <p:cNvSpPr/>
            <p:nvPr/>
          </p:nvSpPr>
          <p:spPr>
            <a:xfrm>
              <a:off x="-271440" y="3862440"/>
              <a:ext cx="1073160" cy="766440"/>
            </a:xfrm>
            <a:custGeom>
              <a:avLst/>
              <a:gdLst>
                <a:gd name="textAreaLeft" fmla="*/ 278280 w 1073160"/>
                <a:gd name="textAreaRight" fmla="*/ 794880 w 1073160"/>
                <a:gd name="textAreaTop" fmla="*/ 258840 h 766440"/>
                <a:gd name="textAreaBottom" fmla="*/ 507600 h 766440"/>
                <a:gd name="GluePoint1X" fmla="*/ 10800 w 21600"/>
                <a:gd name="GluePoint1Y" fmla="*/ 0 h 21600"/>
                <a:gd name="GluePoint2X" fmla="*/ 0 w 21600"/>
                <a:gd name="GluePoint2Y" fmla="*/ 10800 h 21600"/>
                <a:gd name="GluePoint3X" fmla="*/ 10800 w 21600"/>
                <a:gd name="GluePoint3Y" fmla="*/ 21600 h 21600"/>
                <a:gd name="GluePoint4X" fmla="*/ 21600 w 21600"/>
                <a:gd name="GluePoint4Y" fmla="*/ 1080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5"/>
              <a:srcRect/>
              <a:tile tx="0" ty="0" sx="74822" sy="74822" algn="ctr"/>
            </a:blipFill>
            <a:ln w="0">
              <a:solidFill>
                <a:srgbClr val="000000"/>
              </a:solidFill>
            </a:ln>
            <a:effectLst>
              <a:outerShdw dist="101823" dir="2700000" rotWithShape="0">
                <a:srgbClr val="808080">
                  <a:alpha val="2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ans"/>
              </a:endParaRPr>
            </a:p>
          </p:txBody>
        </p:sp>
        <p:sp>
          <p:nvSpPr>
            <p:cNvPr id="148" name=""/>
            <p:cNvSpPr/>
            <p:nvPr/>
          </p:nvSpPr>
          <p:spPr>
            <a:xfrm rot="5400000">
              <a:off x="409320" y="3872160"/>
              <a:ext cx="1073160" cy="766440"/>
            </a:xfrm>
            <a:custGeom>
              <a:avLst/>
              <a:gdLst>
                <a:gd name="textAreaLeft" fmla="*/ 278280 w 1073160"/>
                <a:gd name="textAreaRight" fmla="*/ 794880 w 1073160"/>
                <a:gd name="textAreaTop" fmla="*/ 258840 h 766440"/>
                <a:gd name="textAreaBottom" fmla="*/ 507600 h 766440"/>
                <a:gd name="GluePoint1X" fmla="*/ 10800 w 21600"/>
                <a:gd name="GluePoint1Y" fmla="*/ 0 h 21600"/>
                <a:gd name="GluePoint2X" fmla="*/ 0 w 21600"/>
                <a:gd name="GluePoint2Y" fmla="*/ 10800 h 21600"/>
                <a:gd name="GluePoint3X" fmla="*/ 10800 w 21600"/>
                <a:gd name="GluePoint3Y" fmla="*/ 21600 h 21600"/>
                <a:gd name="GluePoint4X" fmla="*/ 21600 w 21600"/>
                <a:gd name="GluePoint4Y" fmla="*/ 1080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E9ECEF"/>
            </a:solidFill>
            <a:ln w="0">
              <a:solidFill>
                <a:srgbClr val="000000"/>
              </a:solidFill>
            </a:ln>
            <a:effectLst>
              <a:outerShdw dist="103350" dir="2700000" rotWithShape="0">
                <a:srgbClr val="808080">
                  <a:alpha val="2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ans"/>
              </a:endParaRPr>
            </a:p>
          </p:txBody>
        </p:sp>
        <p:sp>
          <p:nvSpPr>
            <p:cNvPr id="149" name=""/>
            <p:cNvSpPr/>
            <p:nvPr/>
          </p:nvSpPr>
          <p:spPr>
            <a:xfrm rot="5400000">
              <a:off x="-283320" y="4545000"/>
              <a:ext cx="1073160" cy="766440"/>
            </a:xfrm>
            <a:custGeom>
              <a:avLst/>
              <a:gdLst>
                <a:gd name="textAreaLeft" fmla="*/ 278280 w 1073160"/>
                <a:gd name="textAreaRight" fmla="*/ 794880 w 1073160"/>
                <a:gd name="textAreaTop" fmla="*/ 258840 h 766440"/>
                <a:gd name="textAreaBottom" fmla="*/ 507600 h 766440"/>
                <a:gd name="GluePoint1X" fmla="*/ 10800 w 21600"/>
                <a:gd name="GluePoint1Y" fmla="*/ 0 h 21600"/>
                <a:gd name="GluePoint2X" fmla="*/ 0 w 21600"/>
                <a:gd name="GluePoint2Y" fmla="*/ 10800 h 21600"/>
                <a:gd name="GluePoint3X" fmla="*/ 10800 w 21600"/>
                <a:gd name="GluePoint3Y" fmla="*/ 21600 h 21600"/>
                <a:gd name="GluePoint4X" fmla="*/ 21600 w 21600"/>
                <a:gd name="GluePoint4Y" fmla="*/ 1080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343A40"/>
            </a:solidFill>
            <a:ln w="0">
              <a:solidFill>
                <a:srgbClr val="000000"/>
              </a:solidFill>
            </a:ln>
            <a:effectLst>
              <a:outerShdw dist="103350" dir="2700000" rotWithShape="0">
                <a:srgbClr val="808080">
                  <a:alpha val="20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ans"/>
              </a:endParaRPr>
            </a:p>
          </p:txBody>
        </p:sp>
        <p:sp>
          <p:nvSpPr>
            <p:cNvPr id="150" name=""/>
            <p:cNvSpPr/>
            <p:nvPr/>
          </p:nvSpPr>
          <p:spPr>
            <a:xfrm>
              <a:off x="399600" y="4554360"/>
              <a:ext cx="1073160" cy="766440"/>
            </a:xfrm>
            <a:custGeom>
              <a:avLst/>
              <a:gdLst>
                <a:gd name="textAreaLeft" fmla="*/ 278280 w 1073160"/>
                <a:gd name="textAreaRight" fmla="*/ 794880 w 1073160"/>
                <a:gd name="textAreaTop" fmla="*/ 258840 h 766440"/>
                <a:gd name="textAreaBottom" fmla="*/ 507600 h 766440"/>
                <a:gd name="GluePoint1X" fmla="*/ 10800 w 21600"/>
                <a:gd name="GluePoint1Y" fmla="*/ 0 h 21600"/>
                <a:gd name="GluePoint2X" fmla="*/ 0 w 21600"/>
                <a:gd name="GluePoint2Y" fmla="*/ 10800 h 21600"/>
                <a:gd name="GluePoint3X" fmla="*/ 10800 w 21600"/>
                <a:gd name="GluePoint3Y" fmla="*/ 21600 h 21600"/>
                <a:gd name="GluePoint4X" fmla="*/ 21600 w 21600"/>
                <a:gd name="GluePoint4Y" fmla="*/ 1080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dist="103350" dir="2700000" rotWithShape="0">
                <a:srgbClr val="808080">
                  <a:alpha val="20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ans"/>
              </a:endParaRPr>
            </a:p>
          </p:txBody>
        </p:sp>
        <p:sp>
          <p:nvSpPr>
            <p:cNvPr id="151" name=""/>
            <p:cNvSpPr/>
            <p:nvPr/>
          </p:nvSpPr>
          <p:spPr>
            <a:xfrm>
              <a:off x="-291240" y="5228280"/>
              <a:ext cx="1073160" cy="766440"/>
            </a:xfrm>
            <a:custGeom>
              <a:avLst/>
              <a:gdLst>
                <a:gd name="textAreaLeft" fmla="*/ 278280 w 1073160"/>
                <a:gd name="textAreaRight" fmla="*/ 794880 w 1073160"/>
                <a:gd name="textAreaTop" fmla="*/ 258840 h 766440"/>
                <a:gd name="textAreaBottom" fmla="*/ 507600 h 766440"/>
                <a:gd name="GluePoint1X" fmla="*/ 10800 w 21600"/>
                <a:gd name="GluePoint1Y" fmla="*/ 0 h 21600"/>
                <a:gd name="GluePoint2X" fmla="*/ 0 w 21600"/>
                <a:gd name="GluePoint2Y" fmla="*/ 10800 h 21600"/>
                <a:gd name="GluePoint3X" fmla="*/ 10800 w 21600"/>
                <a:gd name="GluePoint3Y" fmla="*/ 21600 h 21600"/>
                <a:gd name="GluePoint4X" fmla="*/ 21600 w 21600"/>
                <a:gd name="GluePoint4Y" fmla="*/ 1080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F8F9FA"/>
            </a:solidFill>
            <a:ln w="0">
              <a:solidFill>
                <a:srgbClr val="000000"/>
              </a:solidFill>
            </a:ln>
            <a:effectLst>
              <a:outerShdw dist="103350" dir="2700000" rotWithShape="0">
                <a:srgbClr val="808080">
                  <a:alpha val="2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ans"/>
              </a:endParaRPr>
            </a:p>
          </p:txBody>
        </p:sp>
        <p:sp>
          <p:nvSpPr>
            <p:cNvPr id="152" name=""/>
            <p:cNvSpPr/>
            <p:nvPr/>
          </p:nvSpPr>
          <p:spPr>
            <a:xfrm>
              <a:off x="1070640" y="5248080"/>
              <a:ext cx="1073160" cy="766440"/>
            </a:xfrm>
            <a:custGeom>
              <a:avLst/>
              <a:gdLst>
                <a:gd name="textAreaLeft" fmla="*/ 278280 w 1073160"/>
                <a:gd name="textAreaRight" fmla="*/ 794880 w 1073160"/>
                <a:gd name="textAreaTop" fmla="*/ 258840 h 766440"/>
                <a:gd name="textAreaBottom" fmla="*/ 507600 h 766440"/>
                <a:gd name="GluePoint1X" fmla="*/ 10800 w 21600"/>
                <a:gd name="GluePoint1Y" fmla="*/ 0 h 21600"/>
                <a:gd name="GluePoint2X" fmla="*/ 0 w 21600"/>
                <a:gd name="GluePoint2Y" fmla="*/ 10800 h 21600"/>
                <a:gd name="GluePoint3X" fmla="*/ 10800 w 21600"/>
                <a:gd name="GluePoint3Y" fmla="*/ 21600 h 21600"/>
                <a:gd name="GluePoint4X" fmla="*/ 21600 w 21600"/>
                <a:gd name="GluePoint4Y" fmla="*/ 1080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dist="103350" dir="2700000" rotWithShape="0">
                <a:srgbClr val="808080">
                  <a:alpha val="2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ans"/>
              </a:endParaRPr>
            </a:p>
          </p:txBody>
        </p:sp>
      </p:grpSp>
      <p:sp>
        <p:nvSpPr>
          <p:cNvPr id="153" name=""/>
          <p:cNvSpPr/>
          <p:nvPr/>
        </p:nvSpPr>
        <p:spPr>
          <a:xfrm>
            <a:off x="8538120" y="3877200"/>
            <a:ext cx="975960" cy="1371600"/>
          </a:xfrm>
          <a:custGeom>
            <a:avLst/>
            <a:gdLst/>
            <a:ahLst/>
            <a:rect l="0" t="0" r="r" b="b"/>
            <a:pathLst>
              <a:path fill="none" w="2711" h="3810">
                <a:moveTo>
                  <a:pt x="0" y="3810"/>
                </a:moveTo>
                <a:cubicBezTo>
                  <a:pt x="762" y="3048"/>
                  <a:pt x="1271" y="3556"/>
                  <a:pt x="1270" y="2795"/>
                </a:cubicBezTo>
                <a:cubicBezTo>
                  <a:pt x="1270" y="2032"/>
                  <a:pt x="3301" y="2286"/>
                  <a:pt x="2540" y="3048"/>
                </a:cubicBezTo>
                <a:cubicBezTo>
                  <a:pt x="1778" y="3810"/>
                  <a:pt x="1524" y="508"/>
                  <a:pt x="2540" y="0"/>
                </a:cubicBezTo>
              </a:path>
            </a:pathLst>
          </a:custGeom>
          <a:ln w="36720">
            <a:solidFill>
              <a:srgbClr val="666666"/>
            </a:solidFill>
            <a:custDash>
              <a:ds d="600000" sp="300000"/>
            </a:custDash>
            <a:round/>
            <a:headEnd len="sm" type="oval" w="lg"/>
            <a:tailEnd len="sm" type="oval" w="lg"/>
          </a:ln>
        </p:spPr>
        <p:txBody>
          <a:bodyPr lIns="108360" tIns="63360" rIns="108360" bIns="63360" anchor="ctr">
            <a:noAutofit/>
          </a:bodyPr>
          <a:p>
            <a:endParaRPr lang="en-US" sz="1800" b="0" u="none" strike="noStrike">
              <a:solidFill>
                <a:srgbClr val="000000"/>
              </a:solidFill>
              <a:effectLst/>
              <a:uFillTx/>
              <a:latin typeface="Noto Sans"/>
            </a:endParaRPr>
          </a:p>
        </p:txBody>
      </p:sp>
      <p:sp>
        <p:nvSpPr>
          <p:cNvPr id="154" name=""/>
          <p:cNvSpPr/>
          <p:nvPr/>
        </p:nvSpPr>
        <p:spPr>
          <a:xfrm>
            <a:off x="7372080" y="4974480"/>
            <a:ext cx="1684800" cy="1645920"/>
          </a:xfrm>
          <a:prstGeom prst="ellipse">
            <a:avLst/>
          </a:prstGeom>
          <a:solidFill>
            <a:srgbClr val="8D99AE">
              <a:alpha val="10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FFFFFF"/>
              </a:solidFill>
              <a:effectLst/>
              <a:uFillTx/>
              <a:latin typeface="Noto Sans"/>
            </a:endParaRPr>
          </a:p>
        </p:txBody>
      </p:sp>
      <p:sp>
        <p:nvSpPr>
          <p:cNvPr id="155" name=""/>
          <p:cNvSpPr/>
          <p:nvPr/>
        </p:nvSpPr>
        <p:spPr>
          <a:xfrm>
            <a:off x="7868160" y="-329040"/>
            <a:ext cx="2011680" cy="2011680"/>
          </a:xfrm>
          <a:prstGeom prst="ellipse">
            <a:avLst/>
          </a:prstGeom>
          <a:solidFill>
            <a:srgbClr val="8D99AE">
              <a:alpha val="10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FFFFFF"/>
              </a:solidFill>
              <a:effectLst/>
              <a:uFillTx/>
              <a:latin typeface="Noto Sans"/>
            </a:endParaRPr>
          </a:p>
        </p:txBody>
      </p:sp>
      <p:sp>
        <p:nvSpPr>
          <p:cNvPr id="156" name="PlaceHolder 1"/>
          <p:cNvSpPr>
            <a:spLocks noGrp="1"/>
          </p:cNvSpPr>
          <p:nvPr>
            <p:ph type="title"/>
          </p:nvPr>
        </p:nvSpPr>
        <p:spPr>
          <a:xfrm>
            <a:off x="1800000" y="468000"/>
            <a:ext cx="7740000" cy="946440"/>
          </a:xfrm>
          <a:prstGeom prst="rect">
            <a:avLst/>
          </a:prstGeom>
          <a:noFill/>
          <a:ln w="0">
            <a:noFill/>
          </a:ln>
        </p:spPr>
        <p:txBody>
          <a:bodyPr lIns="0" tIns="0" rIns="0" bIns="0" anchor="ctr">
            <a:normAutofit fontScale="85000" lnSpcReduction="9999"/>
          </a:bodyPr>
          <a:lstStyle>
            <a:lvl1pPr indent="0" algn="ctr">
              <a:buNone/>
              <a:defRPr lang="en-US" sz="4400" b="1" u="none" strike="noStrike">
                <a:solidFill>
                  <a:srgbClr val="000000"/>
                </a:solidFill>
                <a:effectLst/>
                <a:uFillTx/>
                <a:latin typeface="Noto Sans"/>
              </a:defRPr>
            </a:lvl1pPr>
          </a:lstStyle>
          <a:p>
            <a:pPr indent="0" algn="ctr">
              <a:buNone/>
            </a:pPr>
            <a:r>
              <a:rPr lang="en-US" sz="4400" b="1" u="none" strike="noStrike">
                <a:solidFill>
                  <a:srgbClr val="000000"/>
                </a:solidFill>
                <a:effectLst/>
                <a:uFillTx/>
                <a:latin typeface="Noto Sans"/>
              </a:rPr>
              <a:t>Click to edit the title text format</a:t>
            </a:r>
            <a:endParaRPr lang="en-US" sz="4400" b="1" u="none" strike="noStrike">
              <a:solidFill>
                <a:srgbClr val="000000"/>
              </a:solidFill>
              <a:effectLst/>
              <a:uFillTx/>
              <a:latin typeface="Noto Sans"/>
            </a:endParaRPr>
          </a:p>
        </p:txBody>
      </p:sp>
      <p:sp>
        <p:nvSpPr>
          <p:cNvPr id="157" name="PlaceHolder 2"/>
          <p:cNvSpPr>
            <a:spLocks noGrp="1"/>
          </p:cNvSpPr>
          <p:nvPr>
            <p:ph type="body"/>
          </p:nvPr>
        </p:nvSpPr>
        <p:spPr>
          <a:xfrm>
            <a:off x="3924000" y="2160000"/>
            <a:ext cx="4572000" cy="1944000"/>
          </a:xfrm>
          <a:prstGeom prst="rect">
            <a:avLst/>
          </a:prstGeom>
          <a:noFill/>
          <a:ln w="0">
            <a:noFill/>
          </a:ln>
        </p:spPr>
        <p:txBody>
          <a:bodyPr lIns="0" tIns="0" rIns="0" bIns="0" anchor="t">
            <a:normAutofit fontScale="55000" lnSpcReduction="19999"/>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Noto Sans"/>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Noto Sans"/>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Noto Sans"/>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Noto Sans"/>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Noto Sans"/>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Noto Sans"/>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Noto Sans"/>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Noto Sans"/>
              </a:rPr>
              <a:t>Click to edit the outline text format</a:t>
            </a:r>
            <a:endParaRPr lang="en-US" sz="3200" b="0" u="none" strike="noStrike">
              <a:solidFill>
                <a:srgbClr val="000000"/>
              </a:solidFill>
              <a:effectLst/>
              <a:uFillTx/>
              <a:latin typeface="Noto Sans"/>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Noto Sans"/>
              </a:rPr>
              <a:t>Second Outline Level</a:t>
            </a:r>
            <a:endParaRPr lang="en-US" sz="2800" b="0" u="none" strike="noStrike">
              <a:solidFill>
                <a:srgbClr val="000000"/>
              </a:solidFill>
              <a:effectLst/>
              <a:uFillTx/>
              <a:latin typeface="Noto Sans"/>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Noto Sans"/>
              </a:rPr>
              <a:t>Third Outline Level</a:t>
            </a:r>
            <a:endParaRPr lang="en-US" sz="2400" b="0" u="none" strike="noStrike">
              <a:solidFill>
                <a:srgbClr val="000000"/>
              </a:solidFill>
              <a:effectLst/>
              <a:uFillTx/>
              <a:latin typeface="Noto Sans"/>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Noto Sans"/>
              </a:rPr>
              <a:t>Fourth Outline Level</a:t>
            </a:r>
            <a:endParaRPr lang="en-US" sz="2000" b="0" u="none" strike="noStrike">
              <a:solidFill>
                <a:srgbClr val="000000"/>
              </a:solidFill>
              <a:effectLst/>
              <a:uFillTx/>
              <a:latin typeface="Noto Sans"/>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Noto Sans"/>
              </a:rPr>
              <a:t>Fifth Outline Level</a:t>
            </a:r>
            <a:endParaRPr lang="en-US" sz="2000" b="0" u="none" strike="noStrike">
              <a:solidFill>
                <a:srgbClr val="000000"/>
              </a:solidFill>
              <a:effectLst/>
              <a:uFillTx/>
              <a:latin typeface="Noto Sans"/>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Noto Sans"/>
              </a:rPr>
              <a:t>Sixth Outline Level</a:t>
            </a:r>
            <a:endParaRPr lang="en-US" sz="2000" b="0" u="none" strike="noStrike">
              <a:solidFill>
                <a:srgbClr val="000000"/>
              </a:solidFill>
              <a:effectLst/>
              <a:uFillTx/>
              <a:latin typeface="Noto Sans"/>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Noto Sans"/>
              </a:rPr>
              <a:t>Seventh Outline Level</a:t>
            </a:r>
            <a:endParaRPr lang="en-US" sz="2000" b="0" u="none" strike="noStrike">
              <a:solidFill>
                <a:srgbClr val="000000"/>
              </a:solidFill>
              <a:effectLst/>
              <a:uFillTx/>
              <a:latin typeface="Noto Sans"/>
            </a:endParaRPr>
          </a:p>
        </p:txBody>
      </p:sp>
      <p:sp>
        <p:nvSpPr>
          <p:cNvPr id="158" name="PlaceHolder 3"/>
          <p:cNvSpPr>
            <a:spLocks noGrp="1"/>
          </p:cNvSpPr>
          <p:nvPr>
            <p:ph type="dt" idx="19"/>
          </p:nvPr>
        </p:nvSpPr>
        <p:spPr>
          <a:xfrm>
            <a:off x="468000" y="5166000"/>
            <a:ext cx="2348280" cy="39060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Noto Sans"/>
              </a:defRPr>
            </a:lvl1pPr>
          </a:lstStyle>
          <a:p>
            <a:pPr indent="0" algn="l">
              <a:buNone/>
            </a:pPr>
            <a:r>
              <a:rPr lang="en-US" sz="1400" b="0" u="none" strike="noStrike">
                <a:solidFill>
                  <a:srgbClr val="000000"/>
                </a:solidFill>
                <a:effectLst/>
                <a:uFillTx/>
                <a:latin typeface="Noto Sans"/>
              </a:rPr>
              <a:t>&lt;date/time&gt;</a:t>
            </a:r>
            <a:endParaRPr lang="en-US" sz="1400" b="0" u="none" strike="noStrike">
              <a:solidFill>
                <a:srgbClr val="000000"/>
              </a:solidFill>
              <a:effectLst/>
              <a:uFillTx/>
              <a:latin typeface="Noto Sans"/>
            </a:endParaRPr>
          </a:p>
        </p:txBody>
      </p:sp>
      <p:sp>
        <p:nvSpPr>
          <p:cNvPr id="159" name="PlaceHolder 4"/>
          <p:cNvSpPr>
            <a:spLocks noGrp="1"/>
          </p:cNvSpPr>
          <p:nvPr>
            <p:ph type="ftr" idx="20"/>
          </p:nvPr>
        </p:nvSpPr>
        <p:spPr>
          <a:xfrm>
            <a:off x="3442680" y="5166000"/>
            <a:ext cx="3195000" cy="390600"/>
          </a:xfrm>
          <a:prstGeom prst="rect">
            <a:avLst/>
          </a:prstGeom>
          <a:noFill/>
          <a:ln w="0">
            <a:noFill/>
          </a:ln>
        </p:spPr>
        <p:txBody>
          <a:bodyPr lIns="0" tIns="0" rIns="0" bIns="0" anchor="b">
            <a:noAutofit/>
          </a:bodyPr>
          <a:lstStyle>
            <a:lvl1pPr indent="0" algn="ctr">
              <a:buNone/>
              <a:defRPr lang="en-US" sz="1400" b="0" u="none" strike="noStrike">
                <a:solidFill>
                  <a:srgbClr val="000000"/>
                </a:solidFill>
                <a:effectLst/>
                <a:uFillTx/>
                <a:latin typeface="Noto Sans"/>
              </a:defRPr>
            </a:lvl1pPr>
          </a:lstStyle>
          <a:p>
            <a:pPr indent="0" algn="ctr">
              <a:buNone/>
            </a:pPr>
            <a:r>
              <a:rPr lang="en-US" sz="1400" b="0" u="none" strike="noStrike">
                <a:solidFill>
                  <a:srgbClr val="000000"/>
                </a:solidFill>
                <a:effectLst/>
                <a:uFillTx/>
                <a:latin typeface="Noto Sans"/>
              </a:rPr>
              <a:t>&lt;footer&gt;</a:t>
            </a:r>
            <a:endParaRPr lang="en-US" sz="1400" b="0" u="none" strike="noStrike">
              <a:solidFill>
                <a:srgbClr val="000000"/>
              </a:solidFill>
              <a:effectLst/>
              <a:uFillTx/>
              <a:latin typeface="Noto Sans"/>
            </a:endParaRPr>
          </a:p>
        </p:txBody>
      </p:sp>
      <p:sp>
        <p:nvSpPr>
          <p:cNvPr id="160" name="PlaceHolder 5"/>
          <p:cNvSpPr>
            <a:spLocks noGrp="1"/>
          </p:cNvSpPr>
          <p:nvPr>
            <p:ph type="sldNum" idx="21"/>
          </p:nvPr>
        </p:nvSpPr>
        <p:spPr>
          <a:xfrm>
            <a:off x="7227360" y="5166000"/>
            <a:ext cx="2348280" cy="39060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Noto Sans"/>
              </a:defRPr>
            </a:lvl1pPr>
          </a:lstStyle>
          <a:p>
            <a:pPr indent="0" algn="r">
              <a:buNone/>
            </a:pPr>
            <a:fld id="{6FA15C9F-0E8A-4AE8-B20F-72A8102583AA}" type="slidenum">
              <a:rPr lang="en-US" sz="1400" b="0" u="none" strike="noStrike">
                <a:solidFill>
                  <a:srgbClr val="000000"/>
                </a:solidFill>
                <a:effectLst/>
                <a:uFillTx/>
                <a:latin typeface="Noto Sans"/>
              </a:rPr>
              <a:t>&lt;number&gt;</a:t>
            </a:fld>
            <a:endParaRPr lang="en-US" sz="1400" b="0" u="none" strike="noStrike">
              <a:solidFill>
                <a:srgbClr val="000000"/>
              </a:solidFill>
              <a:effectLst/>
              <a:uFillTx/>
              <a:latin typeface="Noto Sans"/>
            </a:endParaRPr>
          </a:p>
        </p:txBody>
      </p:sp>
    </p:spTree>
  </p:cSld>
  <p:clrMap bg1="lt1" tx1="dk1" bg2="lt2" tx2="dk2" accent1="accent1" accent2="accent2" accent3="accent3" accent4="accent4" accent5="accent5" accent6="accent6" hlink="hlink" folHlink="folHlink"/>
  <p:sldLayoutIdLst>
    <p:sldLayoutId id="2147483662" r:id="rId6"/>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
          <p:cNvSpPr/>
          <p:nvPr/>
        </p:nvSpPr>
        <p:spPr>
          <a:xfrm>
            <a:off x="8266320" y="4115520"/>
            <a:ext cx="1920240" cy="1920240"/>
          </a:xfrm>
          <a:prstGeom prst="ellipse">
            <a:avLst/>
          </a:prstGeom>
          <a:solidFill>
            <a:srgbClr val="8D99AE">
              <a:alpha val="10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FFFFFF"/>
              </a:solidFill>
              <a:effectLst/>
              <a:uFillTx/>
              <a:latin typeface="Noto Sans"/>
            </a:endParaRPr>
          </a:p>
        </p:txBody>
      </p:sp>
      <p:sp>
        <p:nvSpPr>
          <p:cNvPr id="164" name=""/>
          <p:cNvSpPr/>
          <p:nvPr/>
        </p:nvSpPr>
        <p:spPr>
          <a:xfrm>
            <a:off x="7717680" y="-548280"/>
            <a:ext cx="1920240" cy="1920240"/>
          </a:xfrm>
          <a:prstGeom prst="ellipse">
            <a:avLst/>
          </a:prstGeom>
          <a:solidFill>
            <a:srgbClr val="8D99AE">
              <a:alpha val="10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FFFFFF"/>
              </a:solidFill>
              <a:effectLst/>
              <a:uFillTx/>
              <a:latin typeface="Noto Sans"/>
            </a:endParaRPr>
          </a:p>
        </p:txBody>
      </p:sp>
      <p:grpSp>
        <p:nvGrpSpPr>
          <p:cNvPr id="165" name=""/>
          <p:cNvGrpSpPr/>
          <p:nvPr/>
        </p:nvGrpSpPr>
        <p:grpSpPr>
          <a:xfrm>
            <a:off x="-147240" y="65880"/>
            <a:ext cx="915480" cy="915480"/>
            <a:chOff x="-147240" y="65880"/>
            <a:chExt cx="915480" cy="915480"/>
          </a:xfrm>
        </p:grpSpPr>
        <p:sp>
          <p:nvSpPr>
            <p:cNvPr id="166" name=""/>
            <p:cNvSpPr/>
            <p:nvPr/>
          </p:nvSpPr>
          <p:spPr>
            <a:xfrm flipV="1" rot="5395800">
              <a:off x="219240" y="797400"/>
              <a:ext cx="182880" cy="182880"/>
            </a:xfrm>
            <a:prstGeom prst="ellipse">
              <a:avLst/>
            </a:prstGeom>
            <a:blipFill rotWithShape="0">
              <a:blip r:embed="rId2"/>
              <a:srcRect/>
              <a:tile tx="0" ty="0" sx="74822" sy="74822" algn="ctr"/>
            </a:blipFill>
            <a:ln w="0">
              <a:noFill/>
            </a:ln>
            <a:effectLst>
              <a:outerShdw dist="103350" dir="2700000" rotWithShape="0">
                <a:srgbClr val="808080">
                  <a:alpha val="65000"/>
                </a:srgbClr>
              </a:outerShdw>
            </a:effectLst>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167" name=""/>
            <p:cNvSpPr/>
            <p:nvPr/>
          </p:nvSpPr>
          <p:spPr>
            <a:xfrm flipV="1" rot="5395800">
              <a:off x="218880" y="431640"/>
              <a:ext cx="182880" cy="182880"/>
            </a:xfrm>
            <a:prstGeom prst="ellipse">
              <a:avLst/>
            </a:prstGeom>
            <a:blipFill rotWithShape="0">
              <a:blip r:embed="rId3"/>
              <a:srcRect/>
              <a:tile tx="0" ty="0" sx="74822" sy="74822" algn="ctr"/>
            </a:blipFill>
            <a:ln w="0">
              <a:noFill/>
            </a:ln>
            <a:effectLst>
              <a:outerShdw dist="103350" dir="2700000" rotWithShape="0">
                <a:srgbClr val="808080">
                  <a:alpha val="65000"/>
                </a:srgbClr>
              </a:outerShdw>
            </a:effectLst>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168" name=""/>
            <p:cNvSpPr/>
            <p:nvPr/>
          </p:nvSpPr>
          <p:spPr>
            <a:xfrm flipV="1" rot="5395800">
              <a:off x="218520" y="66240"/>
              <a:ext cx="182880" cy="182880"/>
            </a:xfrm>
            <a:prstGeom prst="ellipse">
              <a:avLst/>
            </a:prstGeom>
            <a:blipFill rotWithShape="0">
              <a:blip r:embed="rId4"/>
              <a:srcRect/>
              <a:tile tx="0" ty="0" sx="74822" sy="74822" algn="ctr"/>
            </a:blipFill>
            <a:ln w="0">
              <a:noFill/>
            </a:ln>
            <a:effectLst>
              <a:outerShdw dist="103350" dir="2700000" rotWithShape="0">
                <a:srgbClr val="808080">
                  <a:alpha val="65000"/>
                </a:srgbClr>
              </a:outerShdw>
            </a:effectLst>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169" name=""/>
            <p:cNvSpPr/>
            <p:nvPr/>
          </p:nvSpPr>
          <p:spPr>
            <a:xfrm flipV="1" rot="5395800">
              <a:off x="584280" y="65520"/>
              <a:ext cx="182880" cy="182880"/>
            </a:xfrm>
            <a:prstGeom prst="ellipse">
              <a:avLst/>
            </a:prstGeom>
            <a:blipFill rotWithShape="0">
              <a:blip r:embed="rId5"/>
              <a:srcRect/>
              <a:tile tx="0" ty="0" sx="74822" sy="74822" algn="ctr"/>
            </a:blipFill>
            <a:ln w="0">
              <a:noFill/>
            </a:ln>
            <a:effectLst>
              <a:outerShdw dist="103350" dir="2700000" rotWithShape="0">
                <a:srgbClr val="808080">
                  <a:alpha val="65000"/>
                </a:srgbClr>
              </a:outerShdw>
            </a:effectLst>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170" name=""/>
            <p:cNvSpPr/>
            <p:nvPr/>
          </p:nvSpPr>
          <p:spPr>
            <a:xfrm flipV="1" rot="5395800">
              <a:off x="584280" y="431280"/>
              <a:ext cx="182880" cy="182880"/>
            </a:xfrm>
            <a:prstGeom prst="ellipse">
              <a:avLst/>
            </a:prstGeom>
            <a:blipFill rotWithShape="0">
              <a:blip r:embed="rId6"/>
              <a:srcRect/>
              <a:tile tx="0" ty="0" sx="74822" sy="74822" algn="ctr"/>
            </a:blipFill>
            <a:ln w="0">
              <a:noFill/>
            </a:ln>
            <a:effectLst>
              <a:outerShdw dist="103350" dir="2700000" rotWithShape="0">
                <a:srgbClr val="808080">
                  <a:alpha val="65000"/>
                </a:srgbClr>
              </a:outerShdw>
            </a:effectLst>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171" name=""/>
            <p:cNvSpPr/>
            <p:nvPr/>
          </p:nvSpPr>
          <p:spPr>
            <a:xfrm flipV="1" rot="5395800">
              <a:off x="585000" y="797400"/>
              <a:ext cx="182880" cy="182880"/>
            </a:xfrm>
            <a:prstGeom prst="ellipse">
              <a:avLst/>
            </a:prstGeom>
            <a:blipFill rotWithShape="0">
              <a:blip r:embed="rId7"/>
              <a:srcRect/>
              <a:tile tx="0" ty="0" sx="74822" sy="74822" algn="ctr"/>
            </a:blipFill>
            <a:ln w="0">
              <a:noFill/>
            </a:ln>
            <a:effectLst>
              <a:outerShdw dist="103350" dir="2700000" rotWithShape="0">
                <a:srgbClr val="808080">
                  <a:alpha val="65000"/>
                </a:srgbClr>
              </a:outerShdw>
            </a:effectLst>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172" name=""/>
            <p:cNvSpPr/>
            <p:nvPr/>
          </p:nvSpPr>
          <p:spPr>
            <a:xfrm flipV="1" rot="5395800">
              <a:off x="-146160" y="797760"/>
              <a:ext cx="182880" cy="182880"/>
            </a:xfrm>
            <a:prstGeom prst="ellipse">
              <a:avLst/>
            </a:prstGeom>
            <a:blipFill rotWithShape="0">
              <a:blip r:embed="rId8"/>
              <a:srcRect/>
              <a:tile tx="0" ty="0" sx="74822" sy="74822" algn="ctr"/>
            </a:blipFill>
            <a:ln w="0">
              <a:noFill/>
            </a:ln>
            <a:effectLst>
              <a:outerShdw dist="103350" dir="2700000" rotWithShape="0">
                <a:srgbClr val="808080">
                  <a:alpha val="65000"/>
                </a:srgbClr>
              </a:outerShdw>
            </a:effectLst>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173" name=""/>
            <p:cNvSpPr/>
            <p:nvPr/>
          </p:nvSpPr>
          <p:spPr>
            <a:xfrm flipV="1" rot="5395800">
              <a:off x="-146880" y="432360"/>
              <a:ext cx="182880" cy="182880"/>
            </a:xfrm>
            <a:prstGeom prst="ellipse">
              <a:avLst/>
            </a:prstGeom>
            <a:blipFill rotWithShape="0">
              <a:blip r:embed="rId9"/>
              <a:srcRect/>
              <a:tile tx="0" ty="0" sx="74822" sy="74822" algn="ctr"/>
            </a:blipFill>
            <a:ln w="0">
              <a:noFill/>
            </a:ln>
            <a:effectLst>
              <a:outerShdw dist="103350" dir="2700000" rotWithShape="0">
                <a:srgbClr val="808080">
                  <a:alpha val="65000"/>
                </a:srgbClr>
              </a:outerShdw>
            </a:effectLst>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174" name=""/>
            <p:cNvSpPr/>
            <p:nvPr/>
          </p:nvSpPr>
          <p:spPr>
            <a:xfrm flipV="1" rot="5395800">
              <a:off x="-146880" y="66240"/>
              <a:ext cx="182880" cy="182880"/>
            </a:xfrm>
            <a:prstGeom prst="ellipse">
              <a:avLst/>
            </a:prstGeom>
            <a:blipFill rotWithShape="0">
              <a:blip r:embed="rId10"/>
              <a:srcRect/>
              <a:tile tx="0" ty="0" sx="74822" sy="74822" algn="ctr"/>
            </a:blipFill>
            <a:ln w="0">
              <a:noFill/>
            </a:ln>
            <a:effectLst>
              <a:outerShdw dist="103350" dir="2700000" rotWithShape="0">
                <a:srgbClr val="808080">
                  <a:alpha val="65000"/>
                </a:srgbClr>
              </a:outerShdw>
            </a:effectLst>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grpSp>
      <p:grpSp>
        <p:nvGrpSpPr>
          <p:cNvPr id="175" name=""/>
          <p:cNvGrpSpPr/>
          <p:nvPr/>
        </p:nvGrpSpPr>
        <p:grpSpPr>
          <a:xfrm>
            <a:off x="9545040" y="4642560"/>
            <a:ext cx="549720" cy="915480"/>
            <a:chOff x="9545040" y="4642560"/>
            <a:chExt cx="549720" cy="915480"/>
          </a:xfrm>
        </p:grpSpPr>
        <p:sp>
          <p:nvSpPr>
            <p:cNvPr id="176" name=""/>
            <p:cNvSpPr/>
            <p:nvPr/>
          </p:nvSpPr>
          <p:spPr>
            <a:xfrm flipV="1" rot="5395800">
              <a:off x="9911520" y="5373720"/>
              <a:ext cx="182880" cy="182880"/>
            </a:xfrm>
            <a:prstGeom prst="ellipse">
              <a:avLst/>
            </a:prstGeom>
            <a:blipFill rotWithShape="0">
              <a:blip r:embed="rId11"/>
              <a:srcRect/>
              <a:tile tx="0" ty="0" sx="74822" sy="74822" algn="ctr"/>
            </a:blipFill>
            <a:ln w="0">
              <a:noFill/>
            </a:ln>
            <a:effectLst>
              <a:outerShdw dist="103350" dir="2700000" rotWithShape="0">
                <a:srgbClr val="808080">
                  <a:alpha val="65000"/>
                </a:srgbClr>
              </a:outerShdw>
            </a:effectLst>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177" name=""/>
            <p:cNvSpPr/>
            <p:nvPr/>
          </p:nvSpPr>
          <p:spPr>
            <a:xfrm flipV="1" rot="5395800">
              <a:off x="9911160" y="5008320"/>
              <a:ext cx="182880" cy="182880"/>
            </a:xfrm>
            <a:prstGeom prst="ellipse">
              <a:avLst/>
            </a:prstGeom>
            <a:blipFill rotWithShape="0">
              <a:blip r:embed="rId12"/>
              <a:srcRect/>
              <a:tile tx="0" ty="0" sx="74822" sy="74822" algn="ctr"/>
            </a:blipFill>
            <a:ln w="0">
              <a:noFill/>
            </a:ln>
            <a:effectLst>
              <a:outerShdw dist="103350" dir="2700000" rotWithShape="0">
                <a:srgbClr val="808080">
                  <a:alpha val="65000"/>
                </a:srgbClr>
              </a:outerShdw>
            </a:effectLst>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178" name=""/>
            <p:cNvSpPr/>
            <p:nvPr/>
          </p:nvSpPr>
          <p:spPr>
            <a:xfrm flipV="1" rot="5395800">
              <a:off x="9910440" y="4642200"/>
              <a:ext cx="182880" cy="182880"/>
            </a:xfrm>
            <a:prstGeom prst="ellipse">
              <a:avLst/>
            </a:prstGeom>
            <a:blipFill rotWithShape="0">
              <a:blip r:embed="rId13"/>
              <a:srcRect/>
              <a:tile tx="0" ty="0" sx="74822" sy="74822" algn="ctr"/>
            </a:blipFill>
            <a:ln w="0">
              <a:noFill/>
            </a:ln>
            <a:effectLst>
              <a:outerShdw dist="103350" dir="2700000" rotWithShape="0">
                <a:srgbClr val="808080">
                  <a:alpha val="65000"/>
                </a:srgbClr>
              </a:outerShdw>
            </a:effectLst>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179" name=""/>
            <p:cNvSpPr/>
            <p:nvPr/>
          </p:nvSpPr>
          <p:spPr>
            <a:xfrm flipV="1" rot="5395800">
              <a:off x="9545400" y="5374440"/>
              <a:ext cx="182880" cy="182880"/>
            </a:xfrm>
            <a:prstGeom prst="ellipse">
              <a:avLst/>
            </a:prstGeom>
            <a:blipFill rotWithShape="0">
              <a:blip r:embed="rId14"/>
              <a:srcRect/>
              <a:tile tx="0" ty="0" sx="74822" sy="74822" algn="ctr"/>
            </a:blipFill>
            <a:ln w="0">
              <a:noFill/>
            </a:ln>
            <a:effectLst>
              <a:outerShdw dist="103350" dir="2700000" rotWithShape="0">
                <a:srgbClr val="808080">
                  <a:alpha val="65000"/>
                </a:srgbClr>
              </a:outerShdw>
            </a:effectLst>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180" name=""/>
            <p:cNvSpPr/>
            <p:nvPr/>
          </p:nvSpPr>
          <p:spPr>
            <a:xfrm flipV="1" rot="5395800">
              <a:off x="9545400" y="5008320"/>
              <a:ext cx="182880" cy="182880"/>
            </a:xfrm>
            <a:prstGeom prst="ellipse">
              <a:avLst/>
            </a:prstGeom>
            <a:blipFill rotWithShape="0">
              <a:blip r:embed="rId15"/>
              <a:srcRect/>
              <a:tile tx="0" ty="0" sx="74822" sy="74822" algn="ctr"/>
            </a:blipFill>
            <a:ln w="0">
              <a:noFill/>
            </a:ln>
            <a:effectLst>
              <a:outerShdw dist="103350" dir="2700000" rotWithShape="0">
                <a:srgbClr val="808080">
                  <a:alpha val="65000"/>
                </a:srgbClr>
              </a:outerShdw>
            </a:effectLst>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181" name=""/>
            <p:cNvSpPr/>
            <p:nvPr/>
          </p:nvSpPr>
          <p:spPr>
            <a:xfrm flipV="1" rot="5395800">
              <a:off x="9545040" y="4642560"/>
              <a:ext cx="182880" cy="182880"/>
            </a:xfrm>
            <a:prstGeom prst="ellipse">
              <a:avLst/>
            </a:prstGeom>
            <a:blipFill rotWithShape="0">
              <a:blip r:embed="rId16"/>
              <a:srcRect/>
              <a:tile tx="0" ty="0" sx="74822" sy="74822" algn="ctr"/>
            </a:blipFill>
            <a:ln w="0">
              <a:noFill/>
            </a:ln>
            <a:effectLst>
              <a:outerShdw dist="103350" dir="2700000" rotWithShape="0">
                <a:srgbClr val="808080">
                  <a:alpha val="65000"/>
                </a:srgbClr>
              </a:outerShdw>
            </a:effectLst>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grpSp>
      <p:sp>
        <p:nvSpPr>
          <p:cNvPr id="182" name=""/>
          <p:cNvSpPr/>
          <p:nvPr/>
        </p:nvSpPr>
        <p:spPr>
          <a:xfrm>
            <a:off x="-146160" y="3109320"/>
            <a:ext cx="1920240" cy="1920240"/>
          </a:xfrm>
          <a:prstGeom prst="ellipse">
            <a:avLst/>
          </a:prstGeom>
          <a:solidFill>
            <a:srgbClr val="8D99AE">
              <a:alpha val="10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FFFFFF"/>
              </a:solidFill>
              <a:effectLst/>
              <a:uFillTx/>
              <a:latin typeface="Noto Sans"/>
            </a:endParaRPr>
          </a:p>
        </p:txBody>
      </p:sp>
      <p:sp>
        <p:nvSpPr>
          <p:cNvPr id="183" name="PlaceHolder 1"/>
          <p:cNvSpPr>
            <a:spLocks noGrp="1"/>
          </p:cNvSpPr>
          <p:nvPr>
            <p:ph type="title"/>
          </p:nvPr>
        </p:nvSpPr>
        <p:spPr>
          <a:xfrm>
            <a:off x="468000" y="468000"/>
            <a:ext cx="9072000" cy="946440"/>
          </a:xfrm>
          <a:prstGeom prst="rect">
            <a:avLst/>
          </a:prstGeom>
          <a:noFill/>
          <a:ln w="0">
            <a:noFill/>
          </a:ln>
        </p:spPr>
        <p:txBody>
          <a:bodyPr lIns="0" tIns="0" rIns="0" bIns="0" anchor="ctr">
            <a:normAutofit/>
          </a:bodyPr>
          <a:lstStyle>
            <a:lvl1pPr indent="0" algn="ctr">
              <a:buNone/>
              <a:defRPr lang="en-US" sz="4400" b="1" u="none" strike="noStrike">
                <a:solidFill>
                  <a:srgbClr val="000000"/>
                </a:solidFill>
                <a:effectLst/>
                <a:uFillTx/>
                <a:latin typeface="Noto Sans"/>
              </a:defRPr>
            </a:lvl1pPr>
          </a:lstStyle>
          <a:p>
            <a:pPr indent="0" algn="ctr">
              <a:buNone/>
            </a:pPr>
            <a:r>
              <a:rPr lang="en-US" sz="4400" b="1" u="none" strike="noStrike">
                <a:solidFill>
                  <a:srgbClr val="000000"/>
                </a:solidFill>
                <a:effectLst/>
                <a:uFillTx/>
                <a:latin typeface="Noto Sans"/>
              </a:rPr>
              <a:t>Click to edit the title text format</a:t>
            </a:r>
            <a:endParaRPr lang="en-US" sz="4400" b="1" u="none" strike="noStrike">
              <a:solidFill>
                <a:srgbClr val="000000"/>
              </a:solidFill>
              <a:effectLst/>
              <a:uFillTx/>
              <a:latin typeface="Noto Sans"/>
            </a:endParaRPr>
          </a:p>
        </p:txBody>
      </p:sp>
      <p:sp>
        <p:nvSpPr>
          <p:cNvPr id="184" name="PlaceHolder 2"/>
          <p:cNvSpPr>
            <a:spLocks noGrp="1"/>
          </p:cNvSpPr>
          <p:nvPr>
            <p:ph type="body"/>
          </p:nvPr>
        </p:nvSpPr>
        <p:spPr>
          <a:xfrm>
            <a:off x="468000" y="1800000"/>
            <a:ext cx="9072000" cy="328824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Noto Sans"/>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Noto Sans"/>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Noto Sans"/>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Noto Sans"/>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Noto Sans"/>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Noto Sans"/>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Noto Sans"/>
              </a:defRPr>
            </a:lvl7pPr>
          </a:lstStyle>
          <a:p>
            <a:pPr marL="324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Noto Sans"/>
              </a:rPr>
              <a:t>Click to edit the outline text format</a:t>
            </a:r>
            <a:endParaRPr lang="en-US" sz="3200" b="0" u="none" strike="noStrike">
              <a:solidFill>
                <a:srgbClr val="000000"/>
              </a:solidFill>
              <a:effectLst/>
              <a:uFillTx/>
              <a:latin typeface="Noto Sans"/>
            </a:endParaRPr>
          </a:p>
          <a:p>
            <a:pPr marL="32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Noto Sans"/>
              </a:rPr>
              <a:t>Second Outline Level</a:t>
            </a:r>
            <a:endParaRPr lang="en-US" sz="2800" b="0" u="none" strike="noStrike">
              <a:solidFill>
                <a:srgbClr val="000000"/>
              </a:solidFill>
              <a:effectLst/>
              <a:uFillTx/>
              <a:latin typeface="Noto Sans"/>
            </a:endParaRPr>
          </a:p>
          <a:p>
            <a:pPr marL="288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Noto Sans"/>
              </a:rPr>
              <a:t>Third Outline Level</a:t>
            </a:r>
            <a:endParaRPr lang="en-US" sz="2400" b="0" u="none" strike="noStrike">
              <a:solidFill>
                <a:srgbClr val="000000"/>
              </a:solidFill>
              <a:effectLst/>
              <a:uFillTx/>
              <a:latin typeface="Noto Sans"/>
            </a:endParaRPr>
          </a:p>
          <a:p>
            <a:pPr marL="504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Noto Sans"/>
              </a:rPr>
              <a:t>Fourth Outline Level</a:t>
            </a:r>
            <a:endParaRPr lang="en-US" sz="2000" b="0" u="none" strike="noStrike">
              <a:solidFill>
                <a:srgbClr val="000000"/>
              </a:solidFill>
              <a:effectLst/>
              <a:uFillTx/>
              <a:latin typeface="Noto Sans"/>
            </a:endParaRPr>
          </a:p>
          <a:p>
            <a:pPr marL="72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Noto Sans"/>
              </a:rPr>
              <a:t>Fifth Outline Level</a:t>
            </a:r>
            <a:endParaRPr lang="en-US" sz="2000" b="0" u="none" strike="noStrike">
              <a:solidFill>
                <a:srgbClr val="000000"/>
              </a:solidFill>
              <a:effectLst/>
              <a:uFillTx/>
              <a:latin typeface="Noto Sans"/>
            </a:endParaRPr>
          </a:p>
          <a:p>
            <a:pPr marL="936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Noto Sans"/>
              </a:rPr>
              <a:t>Sixth Outline Level</a:t>
            </a:r>
            <a:endParaRPr lang="en-US" sz="2000" b="0" u="none" strike="noStrike">
              <a:solidFill>
                <a:srgbClr val="000000"/>
              </a:solidFill>
              <a:effectLst/>
              <a:uFillTx/>
              <a:latin typeface="Noto Sans"/>
            </a:endParaRPr>
          </a:p>
          <a:p>
            <a:pPr marL="1152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Noto Sans"/>
              </a:rPr>
              <a:t>Seventh Outline Level</a:t>
            </a:r>
            <a:endParaRPr lang="en-US" sz="2000" b="0" u="none" strike="noStrike">
              <a:solidFill>
                <a:srgbClr val="000000"/>
              </a:solidFill>
              <a:effectLst/>
              <a:uFillTx/>
              <a:latin typeface="Noto Sans"/>
            </a:endParaRPr>
          </a:p>
        </p:txBody>
      </p:sp>
      <p:sp>
        <p:nvSpPr>
          <p:cNvPr id="185" name="PlaceHolder 3"/>
          <p:cNvSpPr>
            <a:spLocks noGrp="1"/>
          </p:cNvSpPr>
          <p:nvPr>
            <p:ph type="dt" idx="22"/>
          </p:nvPr>
        </p:nvSpPr>
        <p:spPr>
          <a:xfrm>
            <a:off x="468000" y="5166000"/>
            <a:ext cx="2348280" cy="39060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Noto Sans"/>
              </a:defRPr>
            </a:lvl1pPr>
          </a:lstStyle>
          <a:p>
            <a:pPr indent="0" algn="l">
              <a:buNone/>
            </a:pPr>
            <a:r>
              <a:rPr lang="en-US" sz="1400" b="0" u="none" strike="noStrike">
                <a:solidFill>
                  <a:srgbClr val="000000"/>
                </a:solidFill>
                <a:effectLst/>
                <a:uFillTx/>
                <a:latin typeface="Noto Sans"/>
              </a:rPr>
              <a:t>&lt;date/time&gt;</a:t>
            </a:r>
            <a:endParaRPr lang="en-US" sz="1400" b="0" u="none" strike="noStrike">
              <a:solidFill>
                <a:srgbClr val="000000"/>
              </a:solidFill>
              <a:effectLst/>
              <a:uFillTx/>
              <a:latin typeface="Noto Sans"/>
            </a:endParaRPr>
          </a:p>
        </p:txBody>
      </p:sp>
      <p:sp>
        <p:nvSpPr>
          <p:cNvPr id="186" name="PlaceHolder 4"/>
          <p:cNvSpPr>
            <a:spLocks noGrp="1"/>
          </p:cNvSpPr>
          <p:nvPr>
            <p:ph type="ftr" idx="23"/>
          </p:nvPr>
        </p:nvSpPr>
        <p:spPr>
          <a:xfrm>
            <a:off x="3442680" y="5166000"/>
            <a:ext cx="3195000" cy="390600"/>
          </a:xfrm>
          <a:prstGeom prst="rect">
            <a:avLst/>
          </a:prstGeom>
          <a:noFill/>
          <a:ln w="0">
            <a:noFill/>
          </a:ln>
        </p:spPr>
        <p:txBody>
          <a:bodyPr lIns="0" tIns="0" rIns="0" bIns="0" anchor="b">
            <a:noAutofit/>
          </a:bodyPr>
          <a:lstStyle>
            <a:lvl1pPr indent="0" algn="ctr">
              <a:buNone/>
              <a:defRPr lang="en-US" sz="1400" b="0" u="none" strike="noStrike">
                <a:solidFill>
                  <a:srgbClr val="000000"/>
                </a:solidFill>
                <a:effectLst/>
                <a:uFillTx/>
                <a:latin typeface="Noto Sans"/>
              </a:defRPr>
            </a:lvl1pPr>
          </a:lstStyle>
          <a:p>
            <a:pPr indent="0" algn="ctr">
              <a:buNone/>
            </a:pPr>
            <a:r>
              <a:rPr lang="en-US" sz="1400" b="0" u="none" strike="noStrike">
                <a:solidFill>
                  <a:srgbClr val="000000"/>
                </a:solidFill>
                <a:effectLst/>
                <a:uFillTx/>
                <a:latin typeface="Noto Sans"/>
              </a:rPr>
              <a:t>&lt;footer&gt;</a:t>
            </a:r>
            <a:endParaRPr lang="en-US" sz="1400" b="0" u="none" strike="noStrike">
              <a:solidFill>
                <a:srgbClr val="000000"/>
              </a:solidFill>
              <a:effectLst/>
              <a:uFillTx/>
              <a:latin typeface="Noto Sans"/>
            </a:endParaRPr>
          </a:p>
        </p:txBody>
      </p:sp>
      <p:sp>
        <p:nvSpPr>
          <p:cNvPr id="187" name="PlaceHolder 5"/>
          <p:cNvSpPr>
            <a:spLocks noGrp="1"/>
          </p:cNvSpPr>
          <p:nvPr>
            <p:ph type="sldNum" idx="24"/>
          </p:nvPr>
        </p:nvSpPr>
        <p:spPr>
          <a:xfrm>
            <a:off x="7227360" y="5166000"/>
            <a:ext cx="2348280" cy="39060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Noto Sans"/>
              </a:defRPr>
            </a:lvl1pPr>
          </a:lstStyle>
          <a:p>
            <a:pPr indent="0" algn="r">
              <a:buNone/>
            </a:pPr>
            <a:fld id="{35203957-6970-439A-8386-97F78FF5F425}" type="slidenum">
              <a:rPr lang="en-US" sz="1400" b="0" u="none" strike="noStrike">
                <a:solidFill>
                  <a:srgbClr val="000000"/>
                </a:solidFill>
                <a:effectLst/>
                <a:uFillTx/>
                <a:latin typeface="Noto Sans"/>
              </a:rPr>
              <a:t>&lt;number&gt;</a:t>
            </a:fld>
            <a:endParaRPr lang="en-US" sz="1400" b="0" u="none" strike="noStrike">
              <a:solidFill>
                <a:srgbClr val="000000"/>
              </a:solidFill>
              <a:effectLst/>
              <a:uFillTx/>
              <a:latin typeface="Noto Sans"/>
            </a:endParaRPr>
          </a:p>
        </p:txBody>
      </p:sp>
    </p:spTree>
  </p:cSld>
  <p:clrMap bg1="lt1" tx1="dk1" bg2="lt2" tx2="dk2" accent1="accent1" accent2="accent2" accent3="accent3" accent4="accent4" accent5="accent5" accent6="accent6" hlink="hlink" folHlink="folHlink"/>
  <p:sldLayoutIdLst>
    <p:sldLayoutId id="2147483664" r:id="rId17"/>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
          <p:cNvSpPr/>
          <p:nvPr/>
        </p:nvSpPr>
        <p:spPr>
          <a:xfrm rot="18876000">
            <a:off x="8646120" y="-405720"/>
            <a:ext cx="2895480" cy="2895480"/>
          </a:xfrm>
          <a:prstGeom prst="rect">
            <a:avLst/>
          </a:prstGeom>
          <a:solidFill>
            <a:srgbClr val="CED4DA"/>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191" name=""/>
          <p:cNvSpPr/>
          <p:nvPr/>
        </p:nvSpPr>
        <p:spPr>
          <a:xfrm rot="18876000">
            <a:off x="8666280" y="3983040"/>
            <a:ext cx="2895480" cy="2895480"/>
          </a:xfrm>
          <a:prstGeom prst="rect">
            <a:avLst/>
          </a:prstGeom>
          <a:solidFill>
            <a:srgbClr val="CED4DA"/>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000000"/>
              </a:solidFill>
              <a:effectLst/>
              <a:uFillTx/>
              <a:latin typeface="Noto Sans"/>
            </a:endParaRPr>
          </a:p>
        </p:txBody>
      </p:sp>
      <p:sp>
        <p:nvSpPr>
          <p:cNvPr id="192" name=""/>
          <p:cNvSpPr/>
          <p:nvPr/>
        </p:nvSpPr>
        <p:spPr>
          <a:xfrm rot="18964800">
            <a:off x="994320" y="5915880"/>
            <a:ext cx="2588760" cy="731520"/>
          </a:xfrm>
          <a:prstGeom prst="rect">
            <a:avLst/>
          </a:prstGeom>
          <a:solidFill>
            <a:srgbClr val="8D99AE">
              <a:alpha val="10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FFFFFF"/>
              </a:solidFill>
              <a:effectLst/>
              <a:uFillTx/>
              <a:latin typeface="Noto Sans"/>
            </a:endParaRPr>
          </a:p>
        </p:txBody>
      </p:sp>
      <p:sp>
        <p:nvSpPr>
          <p:cNvPr id="193" name=""/>
          <p:cNvSpPr/>
          <p:nvPr/>
        </p:nvSpPr>
        <p:spPr>
          <a:xfrm rot="18964800">
            <a:off x="-1296720" y="5513760"/>
            <a:ext cx="2588760" cy="731520"/>
          </a:xfrm>
          <a:prstGeom prst="rect">
            <a:avLst/>
          </a:prstGeom>
          <a:solidFill>
            <a:srgbClr val="8D99AE">
              <a:alpha val="10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FFFFFF"/>
              </a:solidFill>
              <a:effectLst/>
              <a:uFillTx/>
              <a:latin typeface="Noto Sans"/>
            </a:endParaRPr>
          </a:p>
        </p:txBody>
      </p:sp>
      <p:sp>
        <p:nvSpPr>
          <p:cNvPr id="194" name=""/>
          <p:cNvSpPr/>
          <p:nvPr/>
        </p:nvSpPr>
        <p:spPr>
          <a:xfrm rot="18964800">
            <a:off x="3682080" y="339480"/>
            <a:ext cx="3457800" cy="922320"/>
          </a:xfrm>
          <a:prstGeom prst="rect">
            <a:avLst/>
          </a:prstGeom>
          <a:solidFill>
            <a:srgbClr val="8D99AE">
              <a:alpha val="10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FFFFFF"/>
              </a:solidFill>
              <a:effectLst/>
              <a:uFillTx/>
              <a:latin typeface="Noto Sans"/>
            </a:endParaRPr>
          </a:p>
        </p:txBody>
      </p:sp>
      <p:sp>
        <p:nvSpPr>
          <p:cNvPr id="195" name=""/>
          <p:cNvSpPr/>
          <p:nvPr/>
        </p:nvSpPr>
        <p:spPr>
          <a:xfrm rot="18964800">
            <a:off x="1446120" y="-758520"/>
            <a:ext cx="2588760" cy="731520"/>
          </a:xfrm>
          <a:prstGeom prst="rect">
            <a:avLst/>
          </a:prstGeom>
          <a:solidFill>
            <a:srgbClr val="8D99AE">
              <a:alpha val="10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FFFFFF"/>
              </a:solidFill>
              <a:effectLst/>
              <a:uFillTx/>
              <a:latin typeface="Noto Sans"/>
            </a:endParaRPr>
          </a:p>
        </p:txBody>
      </p:sp>
      <p:sp>
        <p:nvSpPr>
          <p:cNvPr id="196" name=""/>
          <p:cNvSpPr/>
          <p:nvPr/>
        </p:nvSpPr>
        <p:spPr>
          <a:xfrm rot="18964800">
            <a:off x="-727200" y="3295080"/>
            <a:ext cx="2588760" cy="513000"/>
          </a:xfrm>
          <a:prstGeom prst="rect">
            <a:avLst/>
          </a:prstGeom>
          <a:solidFill>
            <a:srgbClr val="8D99AE">
              <a:alpha val="10000"/>
            </a:srgbClr>
          </a:solidFill>
          <a:ln w="0">
            <a:noFill/>
          </a:ln>
        </p:spPr>
        <p:style>
          <a:lnRef idx="0"/>
          <a:fillRef idx="0"/>
          <a:effectRef idx="0"/>
          <a:fontRef idx="minor"/>
        </p:style>
        <p:txBody>
          <a:bodyPr wrap="none" lIns="90000" tIns="45000" rIns="90000" bIns="45000" anchor="ctr">
            <a:noAutofit/>
          </a:bodyPr>
          <a:p>
            <a:endParaRPr lang="en-US" sz="1800" b="0" u="none" strike="noStrike">
              <a:solidFill>
                <a:srgbClr val="FFFFFF"/>
              </a:solidFill>
              <a:effectLst/>
              <a:uFillTx/>
              <a:latin typeface="Noto Sans"/>
            </a:endParaRPr>
          </a:p>
        </p:txBody>
      </p:sp>
      <p:sp>
        <p:nvSpPr>
          <p:cNvPr id="197" name="PlaceHolder 1"/>
          <p:cNvSpPr>
            <a:spLocks noGrp="1"/>
          </p:cNvSpPr>
          <p:nvPr>
            <p:ph type="title"/>
          </p:nvPr>
        </p:nvSpPr>
        <p:spPr>
          <a:xfrm>
            <a:off x="468000" y="468000"/>
            <a:ext cx="9072000" cy="946440"/>
          </a:xfrm>
          <a:prstGeom prst="rect">
            <a:avLst/>
          </a:prstGeom>
          <a:noFill/>
          <a:ln w="0">
            <a:noFill/>
          </a:ln>
        </p:spPr>
        <p:txBody>
          <a:bodyPr lIns="0" tIns="0" rIns="0" bIns="0" anchor="ctr">
            <a:normAutofit/>
          </a:bodyPr>
          <a:lstStyle>
            <a:lvl1pPr indent="0" algn="ctr">
              <a:buNone/>
              <a:defRPr lang="en-US" sz="4400" b="1" u="none" strike="noStrike">
                <a:solidFill>
                  <a:srgbClr val="000000"/>
                </a:solidFill>
                <a:effectLst/>
                <a:uFillTx/>
                <a:latin typeface="Noto Sans"/>
              </a:defRPr>
            </a:lvl1pPr>
          </a:lstStyle>
          <a:p>
            <a:pPr indent="0" algn="ctr">
              <a:buNone/>
            </a:pPr>
            <a:r>
              <a:rPr lang="en-US" sz="4400" b="1" u="none" strike="noStrike">
                <a:solidFill>
                  <a:srgbClr val="000000"/>
                </a:solidFill>
                <a:effectLst/>
                <a:uFillTx/>
                <a:latin typeface="Noto Sans"/>
              </a:rPr>
              <a:t>Click to edit the title text format</a:t>
            </a:r>
            <a:endParaRPr lang="en-US" sz="4400" b="1" u="none" strike="noStrike">
              <a:solidFill>
                <a:srgbClr val="000000"/>
              </a:solidFill>
              <a:effectLst/>
              <a:uFillTx/>
              <a:latin typeface="Noto Sans"/>
            </a:endParaRPr>
          </a:p>
        </p:txBody>
      </p:sp>
      <p:sp>
        <p:nvSpPr>
          <p:cNvPr id="198" name="PlaceHolder 2"/>
          <p:cNvSpPr>
            <a:spLocks noGrp="1"/>
          </p:cNvSpPr>
          <p:nvPr>
            <p:ph type="body"/>
          </p:nvPr>
        </p:nvSpPr>
        <p:spPr>
          <a:xfrm>
            <a:off x="468000" y="1800000"/>
            <a:ext cx="9072000" cy="328824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Noto Sans"/>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Noto Sans"/>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Noto Sans"/>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Noto Sans"/>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Noto Sans"/>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Noto Sans"/>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Noto Sans"/>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Noto Sans"/>
              </a:rPr>
              <a:t>Click to edit the outline text format</a:t>
            </a:r>
            <a:endParaRPr lang="en-US" sz="3200" b="0" u="none" strike="noStrike">
              <a:solidFill>
                <a:srgbClr val="000000"/>
              </a:solidFill>
              <a:effectLst/>
              <a:uFillTx/>
              <a:latin typeface="Noto Sans"/>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Noto Sans"/>
              </a:rPr>
              <a:t>Second Outline Level</a:t>
            </a:r>
            <a:endParaRPr lang="en-US" sz="2800" b="0" u="none" strike="noStrike">
              <a:solidFill>
                <a:srgbClr val="000000"/>
              </a:solidFill>
              <a:effectLst/>
              <a:uFillTx/>
              <a:latin typeface="Noto Sans"/>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Noto Sans"/>
              </a:rPr>
              <a:t>Third Outline Level</a:t>
            </a:r>
            <a:endParaRPr lang="en-US" sz="2400" b="0" u="none" strike="noStrike">
              <a:solidFill>
                <a:srgbClr val="000000"/>
              </a:solidFill>
              <a:effectLst/>
              <a:uFillTx/>
              <a:latin typeface="Noto Sans"/>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Noto Sans"/>
              </a:rPr>
              <a:t>Fourth Outline Level</a:t>
            </a:r>
            <a:endParaRPr lang="en-US" sz="2000" b="0" u="none" strike="noStrike">
              <a:solidFill>
                <a:srgbClr val="000000"/>
              </a:solidFill>
              <a:effectLst/>
              <a:uFillTx/>
              <a:latin typeface="Noto Sans"/>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Noto Sans"/>
              </a:rPr>
              <a:t>Fifth Outline Level</a:t>
            </a:r>
            <a:endParaRPr lang="en-US" sz="2000" b="0" u="none" strike="noStrike">
              <a:solidFill>
                <a:srgbClr val="000000"/>
              </a:solidFill>
              <a:effectLst/>
              <a:uFillTx/>
              <a:latin typeface="Noto Sans"/>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Noto Sans"/>
              </a:rPr>
              <a:t>Sixth Outline Level</a:t>
            </a:r>
            <a:endParaRPr lang="en-US" sz="2000" b="0" u="none" strike="noStrike">
              <a:solidFill>
                <a:srgbClr val="000000"/>
              </a:solidFill>
              <a:effectLst/>
              <a:uFillTx/>
              <a:latin typeface="Noto Sans"/>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Noto Sans"/>
              </a:rPr>
              <a:t>Seventh Outline Level</a:t>
            </a:r>
            <a:endParaRPr lang="en-US" sz="2000" b="0" u="none" strike="noStrike">
              <a:solidFill>
                <a:srgbClr val="000000"/>
              </a:solidFill>
              <a:effectLst/>
              <a:uFillTx/>
              <a:latin typeface="Noto Sans"/>
            </a:endParaRPr>
          </a:p>
        </p:txBody>
      </p:sp>
      <p:sp>
        <p:nvSpPr>
          <p:cNvPr id="199" name="PlaceHolder 3"/>
          <p:cNvSpPr>
            <a:spLocks noGrp="1"/>
          </p:cNvSpPr>
          <p:nvPr>
            <p:ph type="dt" idx="25"/>
          </p:nvPr>
        </p:nvSpPr>
        <p:spPr>
          <a:xfrm>
            <a:off x="468000" y="5166000"/>
            <a:ext cx="2348280" cy="39060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Noto Sans"/>
              </a:defRPr>
            </a:lvl1pPr>
          </a:lstStyle>
          <a:p>
            <a:pPr indent="0" algn="l">
              <a:buNone/>
            </a:pPr>
            <a:r>
              <a:rPr lang="en-US" sz="1400" b="0" u="none" strike="noStrike">
                <a:solidFill>
                  <a:srgbClr val="000000"/>
                </a:solidFill>
                <a:effectLst/>
                <a:uFillTx/>
                <a:latin typeface="Noto Sans"/>
              </a:rPr>
              <a:t>&lt;date/time&gt;</a:t>
            </a:r>
            <a:endParaRPr lang="en-US" sz="1400" b="0" u="none" strike="noStrike">
              <a:solidFill>
                <a:srgbClr val="000000"/>
              </a:solidFill>
              <a:effectLst/>
              <a:uFillTx/>
              <a:latin typeface="Noto Sans"/>
            </a:endParaRPr>
          </a:p>
        </p:txBody>
      </p:sp>
      <p:sp>
        <p:nvSpPr>
          <p:cNvPr id="200" name="PlaceHolder 4"/>
          <p:cNvSpPr>
            <a:spLocks noGrp="1"/>
          </p:cNvSpPr>
          <p:nvPr>
            <p:ph type="ftr" idx="26"/>
          </p:nvPr>
        </p:nvSpPr>
        <p:spPr>
          <a:xfrm>
            <a:off x="3442680" y="5166000"/>
            <a:ext cx="3195000" cy="390600"/>
          </a:xfrm>
          <a:prstGeom prst="rect">
            <a:avLst/>
          </a:prstGeom>
          <a:noFill/>
          <a:ln w="0">
            <a:noFill/>
          </a:ln>
        </p:spPr>
        <p:txBody>
          <a:bodyPr lIns="0" tIns="0" rIns="0" bIns="0" anchor="b">
            <a:noAutofit/>
          </a:bodyPr>
          <a:lstStyle>
            <a:lvl1pPr indent="0" algn="ctr">
              <a:buNone/>
              <a:defRPr lang="en-US" sz="1400" b="0" u="none" strike="noStrike">
                <a:solidFill>
                  <a:srgbClr val="000000"/>
                </a:solidFill>
                <a:effectLst/>
                <a:uFillTx/>
                <a:latin typeface="Noto Sans"/>
              </a:defRPr>
            </a:lvl1pPr>
          </a:lstStyle>
          <a:p>
            <a:pPr indent="0" algn="ctr">
              <a:buNone/>
            </a:pPr>
            <a:r>
              <a:rPr lang="en-US" sz="1400" b="0" u="none" strike="noStrike">
                <a:solidFill>
                  <a:srgbClr val="000000"/>
                </a:solidFill>
                <a:effectLst/>
                <a:uFillTx/>
                <a:latin typeface="Noto Sans"/>
              </a:rPr>
              <a:t>&lt;footer&gt;</a:t>
            </a:r>
            <a:endParaRPr lang="en-US" sz="1400" b="0" u="none" strike="noStrike">
              <a:solidFill>
                <a:srgbClr val="000000"/>
              </a:solidFill>
              <a:effectLst/>
              <a:uFillTx/>
              <a:latin typeface="Noto Sans"/>
            </a:endParaRPr>
          </a:p>
        </p:txBody>
      </p:sp>
      <p:sp>
        <p:nvSpPr>
          <p:cNvPr id="201" name="PlaceHolder 5"/>
          <p:cNvSpPr>
            <a:spLocks noGrp="1"/>
          </p:cNvSpPr>
          <p:nvPr>
            <p:ph type="sldNum" idx="27"/>
          </p:nvPr>
        </p:nvSpPr>
        <p:spPr>
          <a:xfrm>
            <a:off x="7227360" y="5166000"/>
            <a:ext cx="2348280" cy="39060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Noto Sans"/>
              </a:defRPr>
            </a:lvl1pPr>
          </a:lstStyle>
          <a:p>
            <a:pPr indent="0" algn="r">
              <a:buNone/>
            </a:pPr>
            <a:fld id="{907229BD-9EA8-49C1-81CB-BB50BDC6AEC7}" type="slidenum">
              <a:rPr lang="en-US" sz="1400" b="0" u="none" strike="noStrike">
                <a:solidFill>
                  <a:srgbClr val="000000"/>
                </a:solidFill>
                <a:effectLst/>
                <a:uFillTx/>
                <a:latin typeface="Noto Sans"/>
              </a:rPr>
              <a:t>&lt;number&gt;</a:t>
            </a:fld>
            <a:endParaRPr lang="en-US" sz="1400" b="0" u="none" strike="noStrike">
              <a:solidFill>
                <a:srgbClr val="000000"/>
              </a:solidFill>
              <a:effectLst/>
              <a:uFillTx/>
              <a:latin typeface="Noto Sans"/>
            </a:endParaRPr>
          </a:p>
        </p:txBody>
      </p:sp>
    </p:spTree>
  </p:cSld>
  <p:clrMap bg1="lt1" tx1="dk1" bg2="lt2" tx2="dk2" accent1="accent1" accent2="accent2" accent3="accent3" accent4="accent4" accent5="accent5" accent6="accent6" hlink="hlink" folHlink="folHlink"/>
  <p:sldLayoutIdLst>
    <p:sldLayoutId id="2147483666" r:id="rId2"/>
    <p:sldLayoutId id="2147483667" r:id="rId3"/>
    <p:sldLayoutId id="2147483668"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hyperlink" Target="https://blog.quipu-strands.com/bayesopt_2_acq_fns" TargetMode="External"/><Relationship Id="rId4"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3.xml.rels><?xml version="1.0" encoding="UTF-8"?>
<Relationships xmlns="http://schemas.openxmlformats.org/package/2006/relationships"><Relationship Id="rId1" Type="http://schemas.openxmlformats.org/officeDocument/2006/relationships/hyperlink" Target="https://en.wikipedia.org/wiki/Bayesian_optimization" TargetMode="External"/><Relationship Id="rId2" Type="http://schemas.openxmlformats.org/officeDocument/2006/relationships/slideLayout" Target="../slideLayouts/slideLayout1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title"/>
          </p:nvPr>
        </p:nvSpPr>
        <p:spPr>
          <a:xfrm>
            <a:off x="360000" y="4233600"/>
            <a:ext cx="7020000" cy="756000"/>
          </a:xfrm>
          <a:prstGeom prst="rect">
            <a:avLst/>
          </a:prstGeom>
          <a:noFill/>
          <a:ln w="0">
            <a:noFill/>
          </a:ln>
        </p:spPr>
        <p:txBody>
          <a:bodyPr lIns="0" tIns="0" rIns="0" bIns="0" anchor="ctr">
            <a:normAutofit fontScale="55000" lnSpcReduction="19999"/>
          </a:bodyPr>
          <a:p>
            <a:pPr indent="0" algn="r">
              <a:buNone/>
            </a:pPr>
            <a:r>
              <a:rPr lang="en-US" sz="4400" b="1" u="none" strike="noStrike">
                <a:solidFill>
                  <a:srgbClr val="000000"/>
                </a:solidFill>
                <a:effectLst/>
                <a:uFillTx/>
                <a:latin typeface="Noto Sans"/>
              </a:rPr>
              <a:t>Bayesian Optimization to find optimal Setup and Hold timing for a D Flip-Flop in CharLib</a:t>
            </a:r>
            <a:endParaRPr lang="en-US" sz="4400" b="1" u="none" strike="noStrike">
              <a:solidFill>
                <a:srgbClr val="000000"/>
              </a:solidFill>
              <a:effectLst/>
              <a:uFillTx/>
              <a:latin typeface="Noto Sans"/>
            </a:endParaRPr>
          </a:p>
        </p:txBody>
      </p:sp>
      <p:sp>
        <p:nvSpPr>
          <p:cNvPr id="211" name="PlaceHolder 2"/>
          <p:cNvSpPr>
            <a:spLocks noGrp="1"/>
          </p:cNvSpPr>
          <p:nvPr>
            <p:ph type="subTitle"/>
          </p:nvPr>
        </p:nvSpPr>
        <p:spPr>
          <a:xfrm>
            <a:off x="360000" y="5091120"/>
            <a:ext cx="7020000" cy="360000"/>
          </a:xfrm>
          <a:prstGeom prst="rect">
            <a:avLst/>
          </a:prstGeom>
          <a:noFill/>
          <a:ln w="0">
            <a:noFill/>
          </a:ln>
        </p:spPr>
        <p:txBody>
          <a:bodyPr lIns="0" tIns="0" rIns="0" bIns="0" anchor="ctr">
            <a:normAutofit fontScale="77500" lnSpcReduction="19999"/>
          </a:bodyPr>
          <a:p>
            <a:pPr indent="0" algn="r">
              <a:buNone/>
            </a:pPr>
            <a:r>
              <a:rPr lang="en-US" sz="3200" b="0" u="none" strike="noStrike">
                <a:solidFill>
                  <a:srgbClr val="000000"/>
                </a:solidFill>
                <a:effectLst/>
                <a:uFillTx/>
                <a:latin typeface="Noto Sans"/>
              </a:rPr>
              <a:t>Ricardo Landeros Aranda</a:t>
            </a:r>
            <a:endParaRPr lang="en-US" sz="3200" b="0" u="none" strike="noStrike">
              <a:solidFill>
                <a:srgbClr val="000000"/>
              </a:solidFill>
              <a:effectLst/>
              <a:uFillTx/>
              <a:latin typeface="Noto Sans"/>
            </a:endParaRPr>
          </a:p>
        </p:txBody>
      </p:sp>
      <p:pic>
        <p:nvPicPr>
          <p:cNvPr id="212" name=""/>
          <p:cNvPicPr/>
          <p:nvPr/>
        </p:nvPicPr>
        <p:blipFill>
          <a:blip r:embed="rId1"/>
          <a:srcRect l="3372" t="0" r="4207" b="18"/>
          <a:stretch/>
        </p:blipFill>
        <p:spPr>
          <a:xfrm>
            <a:off x="457560" y="685800"/>
            <a:ext cx="5028840" cy="2387520"/>
          </a:xfrm>
          <a:prstGeom prst="rect">
            <a:avLst/>
          </a:prstGeom>
          <a:noFill/>
          <a:ln w="0">
            <a:noFill/>
          </a:ln>
        </p:spPr>
      </p:pic>
      <p:pic>
        <p:nvPicPr>
          <p:cNvPr id="213" name=""/>
          <p:cNvPicPr/>
          <p:nvPr/>
        </p:nvPicPr>
        <p:blipFill>
          <a:blip r:embed="rId2"/>
          <a:srcRect l="9281" t="8985" r="52160" b="25283"/>
          <a:stretch/>
        </p:blipFill>
        <p:spPr>
          <a:xfrm>
            <a:off x="5943600" y="685800"/>
            <a:ext cx="3287880" cy="2514240"/>
          </a:xfrm>
          <a:prstGeom prst="rect">
            <a:avLst/>
          </a:prstGeom>
          <a:noFill/>
          <a:ln w="0">
            <a:noFill/>
          </a:ln>
        </p:spPr>
      </p:pic>
      <p:sp>
        <p:nvSpPr>
          <p:cNvPr id="214" name=""/>
          <p:cNvSpPr txBox="1"/>
          <p:nvPr/>
        </p:nvSpPr>
        <p:spPr>
          <a:xfrm>
            <a:off x="685800" y="3657600"/>
            <a:ext cx="9144000" cy="506520"/>
          </a:xfrm>
          <a:prstGeom prst="rect">
            <a:avLst/>
          </a:prstGeom>
          <a:noFill/>
          <a:ln w="0">
            <a:noFill/>
          </a:ln>
        </p:spPr>
        <p:txBody>
          <a:bodyPr lIns="90000" tIns="45000" rIns="90000" bIns="45000" anchor="t">
            <a:spAutoFit/>
          </a:bodyPr>
          <a:p>
            <a:endParaRPr lang="en-US" sz="1800" b="0" u="none" strike="noStrike">
              <a:solidFill>
                <a:srgbClr val="000000"/>
              </a:solidFill>
              <a:effectLst/>
              <a:uFillTx/>
              <a:latin typeface="Noto Sans"/>
            </a:endParaRPr>
          </a:p>
        </p:txBody>
      </p:sp>
      <p:sp>
        <p:nvSpPr>
          <p:cNvPr id="215" name=""/>
          <p:cNvSpPr txBox="1"/>
          <p:nvPr/>
        </p:nvSpPr>
        <p:spPr>
          <a:xfrm>
            <a:off x="457200" y="3429000"/>
            <a:ext cx="9144000" cy="685800"/>
          </a:xfrm>
          <a:prstGeom prst="rect">
            <a:avLst/>
          </a:prstGeom>
          <a:noFill/>
          <a:ln w="0">
            <a:noFill/>
          </a:ln>
        </p:spPr>
        <p:txBody>
          <a:bodyPr lIns="90000" tIns="45000" rIns="90000" bIns="45000" anchor="t">
            <a:spAutoFit/>
          </a:bodyPr>
          <a:p>
            <a:r>
              <a:rPr lang="en-US" sz="800" b="0" u="none" strike="noStrike">
                <a:solidFill>
                  <a:srgbClr val="000000"/>
                </a:solidFill>
                <a:effectLst/>
                <a:uFillTx/>
                <a:latin typeface="Noto Sans"/>
              </a:rPr>
              <a:t>Images from:</a:t>
            </a:r>
            <a:endParaRPr lang="en-US" sz="800" b="0" u="none" strike="noStrike">
              <a:solidFill>
                <a:srgbClr val="000000"/>
              </a:solidFill>
              <a:effectLst/>
              <a:uFillTx/>
              <a:latin typeface="Noto Sans"/>
            </a:endParaRPr>
          </a:p>
          <a:p>
            <a:r>
              <a:rPr lang="en-US" sz="800" b="0" u="none" strike="noStrike">
                <a:solidFill>
                  <a:srgbClr val="000000"/>
                </a:solidFill>
                <a:effectLst/>
                <a:uFillTx/>
                <a:latin typeface="Noto Sans"/>
                <a:hlinkClick r:id="rId3"/>
              </a:rPr>
              <a:t>https://blog.quipu-strands.com/bayesopt_2_acq_fns</a:t>
            </a:r>
            <a:endParaRPr lang="en-US" sz="800" b="0" u="none" strike="noStrike">
              <a:solidFill>
                <a:srgbClr val="000000"/>
              </a:solidFill>
              <a:effectLst/>
              <a:uFillTx/>
              <a:latin typeface="Noto Sans"/>
            </a:endParaRPr>
          </a:p>
          <a:p>
            <a:r>
              <a:rPr lang="en-US" sz="800" b="0" u="none" strike="noStrike">
                <a:solidFill>
                  <a:srgbClr val="000000"/>
                </a:solidFill>
                <a:effectLst/>
                <a:uFillTx/>
                <a:latin typeface="Noto Sans"/>
              </a:rPr>
              <a:t>https://www.semanticscholar.org/paper/Exploiting-Setup%E2%80%93Hold-Time-Interdependence-in-Salman-Dasdan/c3c5eef8a5b41fe6d787b32d99eef9df0106cc7f</a:t>
            </a:r>
            <a:endParaRPr lang="en-US" sz="800" b="0" u="none" strike="noStrike">
              <a:solidFill>
                <a:srgbClr val="000000"/>
              </a:solidFill>
              <a:effectLst/>
              <a:uFillTx/>
              <a:latin typeface="Noto Sans"/>
            </a:endParaRPr>
          </a:p>
        </p:txBody>
      </p:sp>
      <p:sp>
        <p:nvSpPr>
          <p:cNvPr id="4" name="PlaceHolder 3"/>
          <p:cNvSpPr>
            <a:spLocks noGrp="1"/>
          </p:cNvSpPr>
          <p:nvPr>
            <p:ph type="dt" idx="1"/>
          </p:nvPr>
        </p:nvSpPr>
        <p:spPr/>
        <p:txBody>
          <a:bodyPr/>
          <a:p>
            <a:fld id="{813B25D3-3B05-4F17-A88C-04653E0418F5}" type="datetime1">
              <a:rPr lang="en-US"/>
              <a:t>10/28/26</a:t>
            </a:fld>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PlaceHolder 1"/>
          <p:cNvSpPr>
            <a:spLocks noGrp="1"/>
          </p:cNvSpPr>
          <p:nvPr>
            <p:ph type="title"/>
          </p:nvPr>
        </p:nvSpPr>
        <p:spPr>
          <a:xfrm>
            <a:off x="1260000" y="468000"/>
            <a:ext cx="8280000" cy="946440"/>
          </a:xfrm>
          <a:prstGeom prst="rect">
            <a:avLst/>
          </a:prstGeom>
          <a:noFill/>
          <a:ln w="0">
            <a:noFill/>
          </a:ln>
        </p:spPr>
        <p:txBody>
          <a:bodyPr lIns="0" tIns="0" rIns="0" bIns="0" anchor="ctr" anchorCtr="1">
            <a:normAutofit/>
          </a:bodyPr>
          <a:p>
            <a:pPr indent="0" algn="ctr">
              <a:buNone/>
            </a:pPr>
            <a:r>
              <a:rPr lang="en-US" sz="3600" b="1" u="none" strike="noStrike">
                <a:solidFill>
                  <a:srgbClr val="000000"/>
                </a:solidFill>
                <a:effectLst/>
                <a:uFillTx/>
                <a:latin typeface="Noto Sans"/>
              </a:rPr>
              <a:t>What is CharLib?</a:t>
            </a:r>
            <a:endParaRPr lang="en-US" sz="3600" b="1" u="none" strike="noStrike">
              <a:solidFill>
                <a:srgbClr val="000000"/>
              </a:solidFill>
              <a:effectLst/>
              <a:uFillTx/>
              <a:latin typeface="Noto Sans"/>
            </a:endParaRPr>
          </a:p>
        </p:txBody>
      </p:sp>
      <p:sp>
        <p:nvSpPr>
          <p:cNvPr id="217" name="PlaceHolder 2"/>
          <p:cNvSpPr>
            <a:spLocks noGrp="1"/>
          </p:cNvSpPr>
          <p:nvPr>
            <p:ph/>
          </p:nvPr>
        </p:nvSpPr>
        <p:spPr>
          <a:xfrm>
            <a:off x="1143000" y="1371600"/>
            <a:ext cx="7772400" cy="2971800"/>
          </a:xfrm>
          <a:prstGeom prst="rect">
            <a:avLst/>
          </a:prstGeom>
          <a:noFill/>
          <a:ln w="0">
            <a:noFill/>
          </a:ln>
        </p:spPr>
        <p:txBody>
          <a:bodyPr lIns="0" tIns="0" rIns="0" bIns="0" anchor="t">
            <a:normAutofit/>
          </a:bodyPr>
          <a:p>
            <a:pPr indent="0" algn="l">
              <a:spcBef>
                <a:spcPts val="1417"/>
              </a:spcBef>
              <a:buNone/>
            </a:pPr>
            <a:r>
              <a:rPr lang="en-US" sz="1500" b="0" u="none" strike="noStrike">
                <a:solidFill>
                  <a:srgbClr val="000000"/>
                </a:solidFill>
                <a:effectLst/>
                <a:uFillTx/>
                <a:latin typeface="Noto Sans"/>
              </a:rPr>
              <a:t>Charlib is an open-source standard cell library characterizer.</a:t>
            </a:r>
            <a:endParaRPr lang="en-US" sz="1500" b="0" u="none" strike="noStrike">
              <a:solidFill>
                <a:srgbClr val="000000"/>
              </a:solidFill>
              <a:effectLst/>
              <a:uFillTx/>
              <a:latin typeface="Noto Sans"/>
            </a:endParaRPr>
          </a:p>
          <a:p>
            <a:pPr indent="0" algn="l">
              <a:spcBef>
                <a:spcPts val="1417"/>
              </a:spcBef>
              <a:buNone/>
            </a:pPr>
            <a:r>
              <a:rPr lang="en-US" sz="1500" b="0" u="none" strike="noStrike">
                <a:solidFill>
                  <a:srgbClr val="000000"/>
                </a:solidFill>
                <a:effectLst/>
                <a:uFillTx/>
                <a:latin typeface="Noto Sans"/>
              </a:rPr>
              <a:t>It allows the users to:</a:t>
            </a:r>
            <a:endParaRPr lang="en-US" sz="1500" b="0" u="none" strike="noStrike">
              <a:solidFill>
                <a:srgbClr val="000000"/>
              </a:solidFill>
              <a:effectLst/>
              <a:uFillTx/>
              <a:latin typeface="Noto Sans"/>
            </a:endParaRPr>
          </a:p>
          <a:p>
            <a:pPr marL="432000" indent="-324000" algn="l">
              <a:spcBef>
                <a:spcPts val="1417"/>
              </a:spcBef>
              <a:buClr>
                <a:srgbClr val="000000"/>
              </a:buClr>
              <a:buSzPct val="45000"/>
              <a:buFont typeface="Wingdings" charset="2"/>
              <a:buChar char=""/>
            </a:pPr>
            <a:r>
              <a:rPr lang="en-US" sz="1500" b="0" u="none" strike="noStrike">
                <a:solidFill>
                  <a:srgbClr val="000000"/>
                </a:solidFill>
                <a:effectLst/>
                <a:uFillTx/>
                <a:latin typeface="Noto Sans"/>
              </a:rPr>
              <a:t>Support characterization of combinational and sequential cells.</a:t>
            </a:r>
            <a:endParaRPr lang="en-US" sz="1500" b="0" u="none" strike="noStrike">
              <a:solidFill>
                <a:srgbClr val="000000"/>
              </a:solidFill>
              <a:effectLst/>
              <a:uFillTx/>
              <a:latin typeface="Noto Sans"/>
            </a:endParaRPr>
          </a:p>
          <a:p>
            <a:pPr marL="432000" indent="-324000" algn="l">
              <a:spcBef>
                <a:spcPts val="1417"/>
              </a:spcBef>
              <a:buClr>
                <a:srgbClr val="000000"/>
              </a:buClr>
              <a:buSzPct val="45000"/>
              <a:buFont typeface="Wingdings" charset="2"/>
              <a:buChar char=""/>
            </a:pPr>
            <a:r>
              <a:rPr lang="en-US" sz="1500" b="0" u="none" strike="noStrike">
                <a:solidFill>
                  <a:srgbClr val="000000"/>
                </a:solidFill>
                <a:effectLst/>
                <a:uFillTx/>
                <a:latin typeface="Noto Sans"/>
              </a:rPr>
              <a:t>Plots timing and I/O voltages.</a:t>
            </a:r>
            <a:endParaRPr lang="en-US" sz="1500" b="0" u="none" strike="noStrike">
              <a:solidFill>
                <a:srgbClr val="000000"/>
              </a:solidFill>
              <a:effectLst/>
              <a:uFillTx/>
              <a:latin typeface="Noto Sans"/>
            </a:endParaRPr>
          </a:p>
          <a:p>
            <a:pPr marL="432000" indent="-324000" algn="l">
              <a:spcBef>
                <a:spcPts val="1417"/>
              </a:spcBef>
              <a:buClr>
                <a:srgbClr val="000000"/>
              </a:buClr>
              <a:buSzPct val="45000"/>
              <a:buFont typeface="Wingdings" charset="2"/>
              <a:buChar char=""/>
            </a:pPr>
            <a:r>
              <a:rPr lang="en-US" sz="1500" b="0" u="none" strike="noStrike">
                <a:solidFill>
                  <a:srgbClr val="000000"/>
                </a:solidFill>
                <a:effectLst/>
                <a:uFillTx/>
                <a:latin typeface="Noto Sans"/>
              </a:rPr>
              <a:t>Supports non-linear delay models in the liberty file format (.lib).</a:t>
            </a:r>
            <a:endParaRPr lang="en-US" sz="1500" b="0" u="none" strike="noStrike">
              <a:solidFill>
                <a:srgbClr val="000000"/>
              </a:solidFill>
              <a:effectLst/>
              <a:uFillTx/>
              <a:latin typeface="Noto Sans"/>
            </a:endParaRPr>
          </a:p>
          <a:p>
            <a:pPr marL="432000" indent="-324000" algn="l">
              <a:spcBef>
                <a:spcPts val="1417"/>
              </a:spcBef>
              <a:buClr>
                <a:srgbClr val="000000"/>
              </a:buClr>
              <a:buSzPct val="45000"/>
              <a:buFont typeface="Wingdings" charset="2"/>
              <a:buChar char=""/>
            </a:pPr>
            <a:r>
              <a:rPr lang="en-US" sz="1500" b="0" u="none" strike="noStrike">
                <a:solidFill>
                  <a:srgbClr val="000000"/>
                </a:solidFill>
                <a:effectLst/>
                <a:uFillTx/>
                <a:latin typeface="Noto Sans"/>
              </a:rPr>
              <a:t>Runs characterization in parallel on multiple cores.</a:t>
            </a:r>
            <a:endParaRPr lang="en-US" sz="1500" b="0" u="none" strike="noStrike">
              <a:solidFill>
                <a:srgbClr val="000000"/>
              </a:solidFill>
              <a:effectLst/>
              <a:uFillTx/>
              <a:latin typeface="Noto Sans"/>
            </a:endParaRPr>
          </a:p>
          <a:p>
            <a:pPr marL="432000" indent="0" algn="l">
              <a:spcBef>
                <a:spcPts val="1417"/>
              </a:spcBef>
              <a:buNone/>
            </a:pPr>
            <a:r>
              <a:rPr lang="en-US" sz="1500" b="0" u="none" strike="noStrike">
                <a:solidFill>
                  <a:srgbClr val="000000"/>
                </a:solidFill>
                <a:effectLst/>
                <a:uFillTx/>
                <a:latin typeface="Noto Sans"/>
              </a:rPr>
              <a:t>Created by Marcus Mellor and Dr. James E. Stine</a:t>
            </a:r>
            <a:endParaRPr lang="en-US" sz="1500" b="0" u="none" strike="noStrike">
              <a:solidFill>
                <a:srgbClr val="000000"/>
              </a:solidFill>
              <a:effectLst/>
              <a:uFillTx/>
              <a:latin typeface="Noto Sans"/>
            </a:endParaRPr>
          </a:p>
        </p:txBody>
      </p:sp>
      <p:sp>
        <p:nvSpPr>
          <p:cNvPr id="218" name=""/>
          <p:cNvSpPr txBox="1"/>
          <p:nvPr/>
        </p:nvSpPr>
        <p:spPr>
          <a:xfrm>
            <a:off x="1143000" y="4800600"/>
            <a:ext cx="6629400" cy="457200"/>
          </a:xfrm>
          <a:prstGeom prst="rect">
            <a:avLst/>
          </a:prstGeom>
          <a:noFill/>
          <a:ln w="0">
            <a:noFill/>
          </a:ln>
        </p:spPr>
        <p:txBody>
          <a:bodyPr lIns="90000" tIns="45000" rIns="90000" bIns="45000" anchor="t">
            <a:spAutoFit/>
          </a:bodyPr>
          <a:p>
            <a:r>
              <a:rPr lang="en-US" sz="1400" b="0" u="none" strike="noStrike">
                <a:solidFill>
                  <a:srgbClr val="000000"/>
                </a:solidFill>
                <a:effectLst/>
                <a:uFillTx/>
                <a:latin typeface="Noto Sans"/>
              </a:rPr>
              <a:t>Source: https://stineje.github.io/CharLib/chapters/01_introduction.html</a:t>
            </a:r>
            <a:endParaRPr lang="en-US" sz="1400" b="0" u="none" strike="noStrike">
              <a:solidFill>
                <a:srgbClr val="000000"/>
              </a:solidFill>
              <a:effectLst/>
              <a:uFillTx/>
              <a:latin typeface="Noto Sans"/>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PlaceHolder 1"/>
          <p:cNvSpPr>
            <a:spLocks noGrp="1"/>
          </p:cNvSpPr>
          <p:nvPr>
            <p:ph type="title"/>
          </p:nvPr>
        </p:nvSpPr>
        <p:spPr>
          <a:xfrm>
            <a:off x="468000" y="228600"/>
            <a:ext cx="9072000" cy="946440"/>
          </a:xfrm>
          <a:prstGeom prst="rect">
            <a:avLst/>
          </a:prstGeom>
          <a:noFill/>
          <a:ln w="0">
            <a:noFill/>
          </a:ln>
        </p:spPr>
        <p:txBody>
          <a:bodyPr lIns="0" tIns="0" rIns="0" bIns="0" anchor="ctr">
            <a:normAutofit/>
          </a:bodyPr>
          <a:p>
            <a:pPr indent="0" algn="ctr">
              <a:buNone/>
            </a:pPr>
            <a:r>
              <a:rPr lang="en-US" sz="3600" b="1" u="none" strike="noStrike">
                <a:solidFill>
                  <a:srgbClr val="000000"/>
                </a:solidFill>
                <a:effectLst/>
                <a:uFillTx/>
                <a:latin typeface="Noto Sans"/>
              </a:rPr>
              <a:t>What is Bayesian Optimization?</a:t>
            </a:r>
            <a:endParaRPr lang="en-US" sz="3600" b="1" u="none" strike="noStrike">
              <a:solidFill>
                <a:srgbClr val="000000"/>
              </a:solidFill>
              <a:effectLst/>
              <a:uFillTx/>
              <a:latin typeface="Noto Sans"/>
            </a:endParaRPr>
          </a:p>
        </p:txBody>
      </p:sp>
      <p:sp>
        <p:nvSpPr>
          <p:cNvPr id="220" name="PlaceHolder 2"/>
          <p:cNvSpPr>
            <a:spLocks noGrp="1"/>
          </p:cNvSpPr>
          <p:nvPr>
            <p:ph type="subTitle"/>
          </p:nvPr>
        </p:nvSpPr>
        <p:spPr>
          <a:xfrm>
            <a:off x="468000" y="1143000"/>
            <a:ext cx="9072000" cy="3200400"/>
          </a:xfrm>
          <a:prstGeom prst="rect">
            <a:avLst/>
          </a:prstGeom>
          <a:noFill/>
          <a:ln w="0">
            <a:noFill/>
          </a:ln>
        </p:spPr>
        <p:txBody>
          <a:bodyPr lIns="0" tIns="0" rIns="0" bIns="0" anchor="ctr">
            <a:spAutoFit/>
          </a:bodyPr>
          <a:p>
            <a:pPr indent="0" algn="l">
              <a:buNone/>
            </a:pPr>
            <a:r>
              <a:rPr lang="en-US" sz="1800" b="0" u="none" strike="noStrike">
                <a:solidFill>
                  <a:srgbClr val="000000"/>
                </a:solidFill>
                <a:effectLst/>
                <a:uFillTx/>
                <a:latin typeface="Noto Sans"/>
              </a:rPr>
              <a:t>Bayesian Optimization (BO) is a sequential model-based strategy for global optimization of black-box objective functions whose evaluations are costly. It is often used when a single observation requires an experiment, engineering computation, numerical simulation, or when derivatives are unavailable or unreliable. In simpler forms the objective does not require to have a closed-form expression.</a:t>
            </a:r>
            <a:endParaRPr lang="en-US" sz="1800" b="0" u="none" strike="noStrike">
              <a:solidFill>
                <a:srgbClr val="000000"/>
              </a:solidFill>
              <a:effectLst/>
              <a:uFillTx/>
              <a:latin typeface="Noto Sans"/>
            </a:endParaRPr>
          </a:p>
          <a:p>
            <a:pPr indent="0" algn="l">
              <a:buNone/>
            </a:pPr>
            <a:endParaRPr lang="en-US" sz="1800" b="0" u="none" strike="noStrike">
              <a:solidFill>
                <a:srgbClr val="000000"/>
              </a:solidFill>
              <a:effectLst/>
              <a:uFillTx/>
              <a:latin typeface="Noto Sans"/>
            </a:endParaRPr>
          </a:p>
          <a:p>
            <a:pPr indent="0" algn="l">
              <a:buNone/>
            </a:pPr>
            <a:r>
              <a:rPr lang="en-US" sz="1800" b="0" u="none" strike="noStrike">
                <a:solidFill>
                  <a:srgbClr val="000000"/>
                </a:solidFill>
                <a:effectLst/>
                <a:uFillTx/>
                <a:latin typeface="Noto Sans"/>
              </a:rPr>
              <a:t>This method builds a probabilistic model of the unknown function, often a Gaussian process (GP), and uses the predictive distribution to choose the next evaluation point. The next point is chosen by optimizing the criteria, done by an acquisition function.</a:t>
            </a:r>
            <a:endParaRPr lang="en-US" sz="1800" b="0" u="none" strike="noStrike">
              <a:solidFill>
                <a:srgbClr val="000000"/>
              </a:solidFill>
              <a:effectLst/>
              <a:uFillTx/>
              <a:latin typeface="Noto Sans"/>
            </a:endParaRPr>
          </a:p>
        </p:txBody>
      </p:sp>
      <p:sp>
        <p:nvSpPr>
          <p:cNvPr id="221" name=""/>
          <p:cNvSpPr txBox="1"/>
          <p:nvPr/>
        </p:nvSpPr>
        <p:spPr>
          <a:xfrm>
            <a:off x="914400" y="4572000"/>
            <a:ext cx="8229600" cy="817200"/>
          </a:xfrm>
          <a:prstGeom prst="rect">
            <a:avLst/>
          </a:prstGeom>
          <a:noFill/>
          <a:ln w="0">
            <a:noFill/>
          </a:ln>
        </p:spPr>
        <p:txBody>
          <a:bodyPr lIns="90000" tIns="45000" rIns="90000" bIns="45000" anchor="t">
            <a:spAutoFit/>
          </a:bodyPr>
          <a:p>
            <a:r>
              <a:rPr lang="en-US" sz="1400" b="0" u="none" strike="noStrike">
                <a:solidFill>
                  <a:srgbClr val="000000"/>
                </a:solidFill>
                <a:effectLst/>
                <a:uFillTx/>
                <a:latin typeface="Noto Sans"/>
              </a:rPr>
              <a:t>Sources: </a:t>
            </a:r>
            <a:r>
              <a:rPr lang="en-US" sz="1400" b="0" u="none" strike="noStrike">
                <a:solidFill>
                  <a:srgbClr val="000000"/>
                </a:solidFill>
                <a:effectLst/>
                <a:uFillTx/>
                <a:latin typeface="Noto Sans"/>
                <a:hlinkClick r:id="rId1"/>
              </a:rPr>
              <a:t>https://en.wikipedia.org/wiki/Bayesian_optimization</a:t>
            </a:r>
            <a:endParaRPr lang="en-US" sz="1400" b="0" u="none" strike="noStrike">
              <a:solidFill>
                <a:srgbClr val="000000"/>
              </a:solidFill>
              <a:effectLst/>
              <a:uFillTx/>
              <a:latin typeface="Noto Sans"/>
            </a:endParaRPr>
          </a:p>
          <a:p>
            <a:r>
              <a:rPr lang="en-US" sz="1400" b="0" u="none" strike="noStrike">
                <a:solidFill>
                  <a:srgbClr val="000000"/>
                </a:solidFill>
                <a:effectLst/>
                <a:uFillTx/>
                <a:latin typeface="Noto Sans"/>
              </a:rPr>
              <a:t>https://www.geeksforgeeks.org/artificial-intelligence/bayesian-optimization-in-machine-learning/#what-is-bayesian-optimization</a:t>
            </a:r>
            <a:endParaRPr lang="en-US" sz="1400" b="0" u="none" strike="noStrike">
              <a:solidFill>
                <a:srgbClr val="000000"/>
              </a:solidFill>
              <a:effectLst/>
              <a:uFillTx/>
              <a:latin typeface="Noto Sans"/>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PlaceHolder 1"/>
          <p:cNvSpPr>
            <a:spLocks noGrp="1"/>
          </p:cNvSpPr>
          <p:nvPr>
            <p:ph type="title"/>
          </p:nvPr>
        </p:nvSpPr>
        <p:spPr>
          <a:xfrm>
            <a:off x="529200" y="228600"/>
            <a:ext cx="9072000" cy="946440"/>
          </a:xfrm>
          <a:prstGeom prst="rect">
            <a:avLst/>
          </a:prstGeom>
          <a:noFill/>
          <a:ln w="0">
            <a:noFill/>
          </a:ln>
        </p:spPr>
        <p:txBody>
          <a:bodyPr lIns="0" tIns="0" rIns="0" bIns="0" anchor="ctr">
            <a:normAutofit/>
          </a:bodyPr>
          <a:p>
            <a:pPr indent="0" algn="ctr">
              <a:buNone/>
            </a:pPr>
            <a:r>
              <a:rPr lang="en-US" sz="3200" b="1" u="none" strike="noStrike">
                <a:solidFill>
                  <a:srgbClr val="000000"/>
                </a:solidFill>
                <a:effectLst/>
                <a:uFillTx/>
                <a:latin typeface="Noto Sans"/>
              </a:rPr>
              <a:t>The problem</a:t>
            </a:r>
            <a:endParaRPr lang="en-US" sz="3200" b="1" u="none" strike="noStrike">
              <a:solidFill>
                <a:srgbClr val="000000"/>
              </a:solidFill>
              <a:effectLst/>
              <a:uFillTx/>
              <a:latin typeface="Noto Sans"/>
            </a:endParaRPr>
          </a:p>
        </p:txBody>
      </p:sp>
      <p:sp>
        <p:nvSpPr>
          <p:cNvPr id="223" name=""/>
          <p:cNvSpPr txBox="1"/>
          <p:nvPr/>
        </p:nvSpPr>
        <p:spPr>
          <a:xfrm>
            <a:off x="529200" y="1143000"/>
            <a:ext cx="9072000" cy="4114800"/>
          </a:xfrm>
          <a:prstGeom prst="rect">
            <a:avLst/>
          </a:prstGeom>
          <a:noFill/>
          <a:ln w="0">
            <a:noFill/>
          </a:ln>
        </p:spPr>
        <p:txBody>
          <a:bodyPr lIns="90000" tIns="45000" rIns="90000" bIns="45000" anchor="t">
            <a:spAutoFit/>
          </a:bodyPr>
          <a:p>
            <a:r>
              <a:rPr lang="en-US" sz="1800" b="0" u="none" strike="noStrike">
                <a:solidFill>
                  <a:srgbClr val="000000"/>
                </a:solidFill>
                <a:effectLst/>
                <a:uFillTx/>
                <a:latin typeface="Noto Sans"/>
              </a:rPr>
              <a:t>When we study the behavior of a D Flip-Flop Charlib runs SPICE simulations along a set of points for setup and hold times to test the cell (D Flip-Flop). These two aspects of the D Flip-Flop are evaluated to determine if the </a:t>
            </a:r>
            <a:r>
              <a:rPr lang="en-US" sz="1800" b="0" u="none" strike="noStrike">
                <a:solidFill>
                  <a:srgbClr val="000000"/>
                </a:solidFill>
                <a:effectLst/>
                <a:uFillTx/>
                <a:latin typeface="Noto Sans"/>
              </a:rPr>
              <a:t>chosen points will cause the cell to become metastable, which is the main concern for this research.</a:t>
            </a:r>
            <a:endParaRPr lang="en-US" sz="1800" b="0" u="none" strike="noStrike">
              <a:solidFill>
                <a:srgbClr val="000000"/>
              </a:solidFill>
              <a:effectLst/>
              <a:uFillTx/>
              <a:latin typeface="Noto Sans"/>
            </a:endParaRPr>
          </a:p>
          <a:p>
            <a:endParaRPr lang="en-US" sz="1800" b="0" u="none" strike="noStrike">
              <a:solidFill>
                <a:srgbClr val="000000"/>
              </a:solidFill>
              <a:effectLst/>
              <a:uFillTx/>
              <a:latin typeface="Noto Sans"/>
            </a:endParaRPr>
          </a:p>
          <a:p>
            <a:r>
              <a:rPr lang="en-US" sz="1800" b="0" u="none" strike="noStrike">
                <a:solidFill>
                  <a:srgbClr val="000000"/>
                </a:solidFill>
                <a:effectLst/>
                <a:uFillTx/>
                <a:latin typeface="Noto Sans"/>
              </a:rPr>
              <a:t>Ideally we want the minimum setup and hold times that we can use to clock and deliver Q without reaching into a metastable state.</a:t>
            </a:r>
            <a:endParaRPr lang="en-US" sz="1800" b="0" u="none" strike="noStrike">
              <a:solidFill>
                <a:srgbClr val="000000"/>
              </a:solidFill>
              <a:effectLst/>
              <a:uFillTx/>
              <a:latin typeface="Noto Sans"/>
            </a:endParaRPr>
          </a:p>
          <a:p>
            <a:endParaRPr lang="en-US" sz="1800" b="0" u="none" strike="noStrike">
              <a:solidFill>
                <a:srgbClr val="000000"/>
              </a:solidFill>
              <a:effectLst/>
              <a:uFillTx/>
              <a:latin typeface="Noto Sans"/>
            </a:endParaRPr>
          </a:p>
          <a:p>
            <a:r>
              <a:rPr lang="en-US" sz="1800" b="0" u="none" strike="noStrike">
                <a:solidFill>
                  <a:srgbClr val="000000"/>
                </a:solidFill>
                <a:effectLst/>
                <a:uFillTx/>
                <a:latin typeface="Noto Sans"/>
              </a:rPr>
              <a:t>Currently, searching for those values while satisfying the constrains is a slow costly process, the goal is to: still reduce this metastability risk while improving simulation runtime and having a faster overall characterization.</a:t>
            </a:r>
            <a:endParaRPr lang="en-US" sz="1800" b="0" u="none" strike="noStrike">
              <a:solidFill>
                <a:srgbClr val="000000"/>
              </a:solidFill>
              <a:effectLst/>
              <a:uFillTx/>
              <a:latin typeface="Noto Sans"/>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title"/>
          </p:nvPr>
        </p:nvSpPr>
        <p:spPr>
          <a:xfrm>
            <a:off x="457200" y="228600"/>
            <a:ext cx="9072000" cy="946440"/>
          </a:xfrm>
          <a:prstGeom prst="rect">
            <a:avLst/>
          </a:prstGeom>
          <a:noFill/>
          <a:ln w="0">
            <a:noFill/>
          </a:ln>
        </p:spPr>
        <p:txBody>
          <a:bodyPr lIns="0" tIns="0" rIns="0" bIns="0" anchor="ctr">
            <a:normAutofit/>
          </a:bodyPr>
          <a:p>
            <a:pPr indent="0" algn="ctr">
              <a:buNone/>
            </a:pPr>
            <a:r>
              <a:rPr lang="en-US" sz="3200" b="1" u="none" strike="noStrike">
                <a:solidFill>
                  <a:srgbClr val="000000"/>
                </a:solidFill>
                <a:effectLst/>
                <a:uFillTx/>
                <a:latin typeface="Noto Sans"/>
              </a:rPr>
              <a:t>Why do we care?</a:t>
            </a:r>
            <a:endParaRPr lang="en-US" sz="3200" b="1" u="none" strike="noStrike">
              <a:solidFill>
                <a:srgbClr val="000000"/>
              </a:solidFill>
              <a:effectLst/>
              <a:uFillTx/>
              <a:latin typeface="Noto Sans"/>
            </a:endParaRPr>
          </a:p>
        </p:txBody>
      </p:sp>
      <p:sp>
        <p:nvSpPr>
          <p:cNvPr id="225" name=""/>
          <p:cNvSpPr txBox="1"/>
          <p:nvPr/>
        </p:nvSpPr>
        <p:spPr>
          <a:xfrm>
            <a:off x="457200" y="1143000"/>
            <a:ext cx="9144000" cy="4114800"/>
          </a:xfrm>
          <a:prstGeom prst="rect">
            <a:avLst/>
          </a:prstGeom>
          <a:noFill/>
          <a:ln w="0">
            <a:noFill/>
          </a:ln>
        </p:spPr>
        <p:txBody>
          <a:bodyPr lIns="90000" tIns="45000" rIns="90000" bIns="45000" anchor="t">
            <a:spAutoFit/>
          </a:bodyPr>
          <a:p>
            <a:r>
              <a:rPr lang="en-US" sz="1800" b="0" u="none" strike="noStrike">
                <a:solidFill>
                  <a:srgbClr val="000000"/>
                </a:solidFill>
                <a:effectLst/>
                <a:uFillTx/>
                <a:latin typeface="Noto Sans"/>
              </a:rPr>
              <a:t>Once a well defined set of values for of setup and hold times is defined we have to run a simulation to examine how the flip-flop will behave under certain given conditions. </a:t>
            </a:r>
            <a:endParaRPr lang="en-US" sz="1800" b="0" u="none" strike="noStrike">
              <a:solidFill>
                <a:srgbClr val="000000"/>
              </a:solidFill>
              <a:effectLst/>
              <a:uFillTx/>
              <a:latin typeface="Noto Sans"/>
            </a:endParaRPr>
          </a:p>
          <a:p>
            <a:endParaRPr lang="en-US" sz="1800" b="0" u="none" strike="noStrike">
              <a:solidFill>
                <a:srgbClr val="000000"/>
              </a:solidFill>
              <a:effectLst/>
              <a:uFillTx/>
              <a:latin typeface="Noto Sans"/>
            </a:endParaRPr>
          </a:p>
          <a:p>
            <a:r>
              <a:rPr lang="en-US" sz="1800" b="0" u="none" strike="noStrike">
                <a:solidFill>
                  <a:srgbClr val="000000"/>
                </a:solidFill>
                <a:effectLst/>
                <a:uFillTx/>
                <a:latin typeface="Noto Sans"/>
              </a:rPr>
              <a:t>This would be no issue if the simulations were low cost and easy to evaluate, but each of these grid points has to be evaluated in a SPICE simulation in order to determine the behavior. This results in a very computationally expensive process if we do it repeatedly, which is the case with the flip-flop making a 40x40 grid evaluation a very heavy process for the simulation.</a:t>
            </a:r>
            <a:endParaRPr lang="en-US" sz="1800" b="0" u="none" strike="noStrike">
              <a:solidFill>
                <a:srgbClr val="000000"/>
              </a:solidFill>
              <a:effectLst/>
              <a:uFillTx/>
              <a:latin typeface="Noto Sans"/>
            </a:endParaRPr>
          </a:p>
          <a:p>
            <a:endParaRPr lang="en-US" sz="1800" b="0" u="none" strike="noStrike">
              <a:solidFill>
                <a:srgbClr val="000000"/>
              </a:solidFill>
              <a:effectLst/>
              <a:uFillTx/>
              <a:latin typeface="Noto Sans"/>
            </a:endParaRPr>
          </a:p>
          <a:p>
            <a:endParaRPr lang="en-US" sz="1800" b="0" u="none" strike="noStrike">
              <a:solidFill>
                <a:srgbClr val="000000"/>
              </a:solidFill>
              <a:effectLst/>
              <a:uFillTx/>
              <a:latin typeface="Noto Sans"/>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PlaceHolder 1"/>
          <p:cNvSpPr>
            <a:spLocks noGrp="1"/>
          </p:cNvSpPr>
          <p:nvPr>
            <p:ph type="title"/>
          </p:nvPr>
        </p:nvSpPr>
        <p:spPr>
          <a:xfrm>
            <a:off x="468000" y="228600"/>
            <a:ext cx="9072000" cy="946440"/>
          </a:xfrm>
          <a:prstGeom prst="rect">
            <a:avLst/>
          </a:prstGeom>
          <a:noFill/>
          <a:ln w="0">
            <a:noFill/>
          </a:ln>
        </p:spPr>
        <p:txBody>
          <a:bodyPr lIns="0" tIns="0" rIns="0" bIns="0" anchor="ctr">
            <a:normAutofit/>
          </a:bodyPr>
          <a:p>
            <a:pPr indent="0" algn="ctr">
              <a:buNone/>
            </a:pPr>
            <a:r>
              <a:rPr lang="en-US" sz="3200" b="1" u="none" strike="noStrike">
                <a:solidFill>
                  <a:srgbClr val="000000"/>
                </a:solidFill>
                <a:effectLst/>
                <a:uFillTx/>
                <a:latin typeface="Noto Sans"/>
              </a:rPr>
              <a:t>Current approach and limitations</a:t>
            </a:r>
            <a:endParaRPr lang="en-US" sz="3200" b="1" u="none" strike="noStrike">
              <a:solidFill>
                <a:srgbClr val="000000"/>
              </a:solidFill>
              <a:effectLst/>
              <a:uFillTx/>
              <a:latin typeface="Noto Sans"/>
            </a:endParaRPr>
          </a:p>
        </p:txBody>
      </p:sp>
      <p:sp>
        <p:nvSpPr>
          <p:cNvPr id="227" name=""/>
          <p:cNvSpPr txBox="1"/>
          <p:nvPr/>
        </p:nvSpPr>
        <p:spPr>
          <a:xfrm>
            <a:off x="685800" y="3429000"/>
            <a:ext cx="6858000" cy="1600200"/>
          </a:xfrm>
          <a:prstGeom prst="rect">
            <a:avLst/>
          </a:prstGeom>
          <a:noFill/>
          <a:ln w="0">
            <a:noFill/>
          </a:ln>
        </p:spPr>
        <p:txBody>
          <a:bodyPr lIns="90000" tIns="45000" rIns="90000" bIns="45000" anchor="t">
            <a:spAutoFit/>
          </a:bodyPr>
          <a:p>
            <a:endParaRPr lang="en-US" sz="1800" b="0" u="none" strike="noStrike">
              <a:solidFill>
                <a:srgbClr val="000000"/>
              </a:solidFill>
              <a:effectLst/>
              <a:uFillTx/>
              <a:latin typeface="Noto Sans"/>
            </a:endParaRPr>
          </a:p>
        </p:txBody>
      </p:sp>
      <p:sp>
        <p:nvSpPr>
          <p:cNvPr id="228" name=""/>
          <p:cNvSpPr txBox="1"/>
          <p:nvPr/>
        </p:nvSpPr>
        <p:spPr>
          <a:xfrm>
            <a:off x="685800" y="1371600"/>
            <a:ext cx="3886200" cy="4133880"/>
          </a:xfrm>
          <a:prstGeom prst="rect">
            <a:avLst/>
          </a:prstGeom>
          <a:noFill/>
          <a:ln w="0">
            <a:noFill/>
          </a:ln>
        </p:spPr>
        <p:txBody>
          <a:bodyPr lIns="90000" tIns="45000" rIns="90000" bIns="45000" anchor="t">
            <a:spAutoFit/>
          </a:bodyPr>
          <a:p>
            <a:r>
              <a:rPr lang="en-US" sz="1800" b="0" u="none" strike="noStrike">
                <a:solidFill>
                  <a:srgbClr val="000000"/>
                </a:solidFill>
                <a:effectLst/>
                <a:uFillTx/>
                <a:latin typeface="Noto Sans"/>
              </a:rPr>
              <a:t>The current process to find the optimal latching point uses a robust sweeping evaluation over the hold and setup values.</a:t>
            </a:r>
            <a:endParaRPr lang="en-US" sz="1800" b="0" u="none" strike="noStrike">
              <a:solidFill>
                <a:srgbClr val="000000"/>
              </a:solidFill>
              <a:effectLst/>
              <a:uFillTx/>
              <a:latin typeface="Noto Sans"/>
            </a:endParaRPr>
          </a:p>
          <a:p>
            <a:endParaRPr lang="en-US" sz="1800" b="0" u="none" strike="noStrike">
              <a:solidFill>
                <a:srgbClr val="000000"/>
              </a:solidFill>
              <a:effectLst/>
              <a:uFillTx/>
              <a:latin typeface="Noto Sans"/>
            </a:endParaRPr>
          </a:p>
          <a:p>
            <a:r>
              <a:rPr lang="en-US" sz="1800" b="0" u="none" strike="noStrike">
                <a:solidFill>
                  <a:srgbClr val="000000"/>
                </a:solidFill>
                <a:effectLst/>
                <a:uFillTx/>
                <a:latin typeface="Noto Sans"/>
              </a:rPr>
              <a:t>This approach is very robust and with enough time and resources it finds and optimal latching point.</a:t>
            </a:r>
            <a:endParaRPr lang="en-US" sz="1800" b="0" u="none" strike="noStrike">
              <a:solidFill>
                <a:srgbClr val="000000"/>
              </a:solidFill>
              <a:effectLst/>
              <a:uFillTx/>
              <a:latin typeface="Noto Sans"/>
            </a:endParaRPr>
          </a:p>
          <a:p>
            <a:endParaRPr lang="en-US" sz="1800" b="0" u="none" strike="noStrike">
              <a:solidFill>
                <a:srgbClr val="000000"/>
              </a:solidFill>
              <a:effectLst/>
              <a:uFillTx/>
              <a:latin typeface="Noto Sans"/>
            </a:endParaRPr>
          </a:p>
          <a:p>
            <a:r>
              <a:rPr lang="en-US" sz="1800" b="0" u="none" strike="noStrike">
                <a:solidFill>
                  <a:srgbClr val="000000"/>
                </a:solidFill>
                <a:effectLst/>
                <a:uFillTx/>
                <a:latin typeface="Noto Sans"/>
              </a:rPr>
              <a:t>However this process is not optimal since every point evaluation is expensive to simulate.</a:t>
            </a:r>
            <a:endParaRPr lang="en-US" sz="1800" b="0" u="none" strike="noStrike">
              <a:solidFill>
                <a:srgbClr val="000000"/>
              </a:solidFill>
              <a:effectLst/>
              <a:uFillTx/>
              <a:latin typeface="Noto Sans"/>
            </a:endParaRPr>
          </a:p>
        </p:txBody>
      </p:sp>
      <p:sp>
        <p:nvSpPr>
          <p:cNvPr id="229" name=""/>
          <p:cNvSpPr txBox="1"/>
          <p:nvPr/>
        </p:nvSpPr>
        <p:spPr>
          <a:xfrm>
            <a:off x="5029200" y="1371600"/>
            <a:ext cx="4343400" cy="3886200"/>
          </a:xfrm>
          <a:prstGeom prst="rect">
            <a:avLst/>
          </a:prstGeom>
          <a:noFill/>
          <a:ln w="0">
            <a:noFill/>
          </a:ln>
        </p:spPr>
        <p:txBody>
          <a:bodyPr lIns="90000" tIns="45000" rIns="90000" bIns="45000" anchor="t">
            <a:spAutoFit/>
          </a:bodyPr>
          <a:p>
            <a:r>
              <a:rPr lang="en-US" sz="1800" b="0" u="none" strike="noStrike">
                <a:solidFill>
                  <a:srgbClr val="000000"/>
                </a:solidFill>
                <a:effectLst/>
                <a:uFillTx/>
                <a:latin typeface="Noto Sans"/>
              </a:rPr>
              <a:t>One good thing to mention about this approach is that it exploits the monotonicity nature of the shape that we are dealing with.</a:t>
            </a:r>
            <a:endParaRPr lang="en-US" sz="1800" b="0" u="none" strike="noStrike">
              <a:solidFill>
                <a:srgbClr val="000000"/>
              </a:solidFill>
              <a:effectLst/>
              <a:uFillTx/>
              <a:latin typeface="Noto Sans"/>
            </a:endParaRPr>
          </a:p>
          <a:p>
            <a:endParaRPr lang="en-US" sz="1800" b="0" u="none" strike="noStrike">
              <a:solidFill>
                <a:srgbClr val="000000"/>
              </a:solidFill>
              <a:effectLst/>
              <a:uFillTx/>
              <a:latin typeface="Noto Sans"/>
            </a:endParaRPr>
          </a:p>
          <a:p>
            <a:r>
              <a:rPr lang="en-US" sz="1800" b="0" u="none" strike="noStrike">
                <a:solidFill>
                  <a:srgbClr val="000000"/>
                </a:solidFill>
                <a:effectLst/>
                <a:uFillTx/>
                <a:latin typeface="Noto Sans"/>
              </a:rPr>
              <a:t>Once a value latches other time instances bigger than that value are guaranteed to latch.</a:t>
            </a:r>
            <a:endParaRPr lang="en-US" sz="1800" b="0" u="none" strike="noStrike">
              <a:solidFill>
                <a:srgbClr val="000000"/>
              </a:solidFill>
              <a:effectLst/>
              <a:uFillTx/>
              <a:latin typeface="Noto Sans"/>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title"/>
          </p:nvPr>
        </p:nvSpPr>
        <p:spPr>
          <a:xfrm>
            <a:off x="457200" y="196560"/>
            <a:ext cx="9072000" cy="946440"/>
          </a:xfrm>
          <a:prstGeom prst="rect">
            <a:avLst/>
          </a:prstGeom>
          <a:noFill/>
          <a:ln w="0">
            <a:noFill/>
          </a:ln>
        </p:spPr>
        <p:txBody>
          <a:bodyPr lIns="0" tIns="0" rIns="0" bIns="0" anchor="ctr">
            <a:normAutofit/>
          </a:bodyPr>
          <a:p>
            <a:pPr indent="0" algn="ctr">
              <a:buNone/>
            </a:pPr>
            <a:r>
              <a:rPr lang="en-US" sz="3200" b="1" u="none" strike="noStrike">
                <a:solidFill>
                  <a:srgbClr val="000000"/>
                </a:solidFill>
                <a:effectLst/>
                <a:uFillTx/>
                <a:latin typeface="Noto Sans"/>
              </a:rPr>
              <a:t>Charlib and BO</a:t>
            </a:r>
            <a:endParaRPr lang="en-US" sz="3200" b="1" u="none" strike="noStrike">
              <a:solidFill>
                <a:srgbClr val="000000"/>
              </a:solidFill>
              <a:effectLst/>
              <a:uFillTx/>
              <a:latin typeface="Noto Sans"/>
            </a:endParaRPr>
          </a:p>
        </p:txBody>
      </p:sp>
      <p:sp>
        <p:nvSpPr>
          <p:cNvPr id="231" name=""/>
          <p:cNvSpPr txBox="1"/>
          <p:nvPr/>
        </p:nvSpPr>
        <p:spPr>
          <a:xfrm>
            <a:off x="457200" y="1143000"/>
            <a:ext cx="9144000" cy="3886200"/>
          </a:xfrm>
          <a:prstGeom prst="rect">
            <a:avLst/>
          </a:prstGeom>
          <a:noFill/>
          <a:ln w="0">
            <a:noFill/>
          </a:ln>
        </p:spPr>
        <p:txBody>
          <a:bodyPr lIns="90000" tIns="45000" rIns="90000" bIns="45000" anchor="t">
            <a:spAutoFit/>
          </a:bodyPr>
          <a:p>
            <a:r>
              <a:rPr lang="en-US" sz="1600" b="0" u="none" strike="noStrike">
                <a:solidFill>
                  <a:srgbClr val="000000"/>
                </a:solidFill>
                <a:effectLst/>
                <a:uFillTx/>
                <a:latin typeface="Noto Sans"/>
              </a:rPr>
              <a:t>Using linear sweep is a good approach if the amount of points to evaluate is small. However, as the amount of points given in the setup and hold time grid increases, the linear sweep approach results in a very costly and slow tool to determine the most optimal point. </a:t>
            </a:r>
            <a:endParaRPr lang="en-US" sz="1600" b="0" u="none" strike="noStrike">
              <a:solidFill>
                <a:srgbClr val="000000"/>
              </a:solidFill>
              <a:effectLst/>
              <a:uFillTx/>
              <a:latin typeface="Noto Sans"/>
            </a:endParaRPr>
          </a:p>
          <a:p>
            <a:endParaRPr lang="en-US" sz="1600" b="0" u="none" strike="noStrike">
              <a:solidFill>
                <a:srgbClr val="000000"/>
              </a:solidFill>
              <a:effectLst/>
              <a:uFillTx/>
              <a:latin typeface="Noto Sans"/>
            </a:endParaRPr>
          </a:p>
          <a:p>
            <a:r>
              <a:rPr lang="en-US" sz="1600" b="0" u="none" strike="noStrike">
                <a:solidFill>
                  <a:srgbClr val="000000"/>
                </a:solidFill>
                <a:effectLst/>
                <a:uFillTx/>
                <a:latin typeface="Noto Sans"/>
              </a:rPr>
              <a:t>In exchange, BO is a promising alternative because it does not evaluate every single point. Instead, it takes a few initial guesses to determine the relationship between points and then choose where to sample next. This reduces the number of calls for simulations (less than 1600) in a great measure since at each iteration for the next point the BO process improves its guesses since it knows more about the shape, thus reducing the number of calls.</a:t>
            </a:r>
            <a:endParaRPr lang="en-US" sz="1600" b="0" u="none" strike="noStrike">
              <a:solidFill>
                <a:srgbClr val="000000"/>
              </a:solidFill>
              <a:effectLst/>
              <a:uFillTx/>
              <a:latin typeface="Noto Sans"/>
            </a:endParaRPr>
          </a:p>
          <a:p>
            <a:endParaRPr lang="en-US" sz="1600" b="0" u="none" strike="noStrike">
              <a:solidFill>
                <a:srgbClr val="000000"/>
              </a:solidFill>
              <a:effectLst/>
              <a:uFillTx/>
              <a:latin typeface="Noto Sans"/>
            </a:endParaRPr>
          </a:p>
          <a:p>
            <a:r>
              <a:rPr lang="en-US" sz="1600" b="0" u="none" strike="noStrike">
                <a:solidFill>
                  <a:srgbClr val="000000"/>
                </a:solidFill>
                <a:effectLst/>
                <a:uFillTx/>
                <a:latin typeface="Noto Sans"/>
              </a:rPr>
              <a:t>It also allows the user to manually tune its parameters to aim for a specific pace, add kernels or combine them, as well as using different acquisition functions that aim for different searching criteria.</a:t>
            </a:r>
            <a:endParaRPr lang="en-US" sz="1600" b="0" u="none" strike="noStrike">
              <a:solidFill>
                <a:srgbClr val="000000"/>
              </a:solidFill>
              <a:effectLst/>
              <a:uFillTx/>
              <a:latin typeface="Noto Sans"/>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PlaceHolder 1"/>
          <p:cNvSpPr>
            <a:spLocks noGrp="1"/>
          </p:cNvSpPr>
          <p:nvPr>
            <p:ph type="title"/>
          </p:nvPr>
        </p:nvSpPr>
        <p:spPr>
          <a:xfrm>
            <a:off x="468000" y="468000"/>
            <a:ext cx="9072000" cy="946440"/>
          </a:xfrm>
          <a:prstGeom prst="rect">
            <a:avLst/>
          </a:prstGeom>
          <a:noFill/>
          <a:ln w="0">
            <a:noFill/>
          </a:ln>
        </p:spPr>
        <p:txBody>
          <a:bodyPr lIns="0" tIns="0" rIns="0" bIns="0" anchor="ctr">
            <a:normAutofit fontScale="92500" lnSpcReduction="9999"/>
          </a:bodyPr>
          <a:p>
            <a:pPr indent="0" algn="ctr">
              <a:buNone/>
            </a:pPr>
            <a:r>
              <a:rPr lang="en-US" sz="3200" b="1" u="none" strike="noStrike">
                <a:solidFill>
                  <a:srgbClr val="000000"/>
                </a:solidFill>
                <a:effectLst/>
                <a:uFillTx/>
                <a:latin typeface="Noto Sans"/>
              </a:rPr>
              <a:t>Important aspects of BO and its application to Charlib</a:t>
            </a:r>
            <a:endParaRPr lang="en-US" sz="3200" b="1" u="none" strike="noStrike">
              <a:solidFill>
                <a:srgbClr val="000000"/>
              </a:solidFill>
              <a:effectLst/>
              <a:uFillTx/>
              <a:latin typeface="Noto Sans"/>
            </a:endParaRPr>
          </a:p>
        </p:txBody>
      </p:sp>
      <p:sp>
        <p:nvSpPr>
          <p:cNvPr id="233" name=""/>
          <p:cNvSpPr txBox="1"/>
          <p:nvPr/>
        </p:nvSpPr>
        <p:spPr>
          <a:xfrm>
            <a:off x="228600" y="1828800"/>
            <a:ext cx="9601200" cy="3657600"/>
          </a:xfrm>
          <a:prstGeom prst="rect">
            <a:avLst/>
          </a:prstGeom>
          <a:noFill/>
          <a:ln w="0">
            <a:noFill/>
          </a:ln>
        </p:spPr>
        <p:txBody>
          <a:bodyPr lIns="90000" tIns="45000" rIns="90000" bIns="45000" anchor="t">
            <a:spAutoFit/>
          </a:bodyPr>
          <a:p>
            <a:r>
              <a:rPr lang="en-US" sz="1800" b="0" u="none" strike="noStrike">
                <a:solidFill>
                  <a:srgbClr val="000000"/>
                </a:solidFill>
                <a:effectLst/>
                <a:uFillTx/>
                <a:latin typeface="Noto Sans"/>
              </a:rPr>
              <a:t>BO is a series of processes, for which the main ones are: a kernel that samples the covariance of the function, a covariance matrix that tells us how different points relate to each other, a gaussian process which is a statistical tool that provides a probability distribution over different functions, and an acquisition function that chooses the next best point to sample.</a:t>
            </a:r>
            <a:endParaRPr lang="en-US" sz="1800" b="0" u="none" strike="noStrike">
              <a:solidFill>
                <a:srgbClr val="000000"/>
              </a:solidFill>
              <a:effectLst/>
              <a:uFillTx/>
              <a:latin typeface="Noto Sans"/>
            </a:endParaRPr>
          </a:p>
          <a:p>
            <a:endParaRPr lang="en-US" sz="1800" b="0" u="none" strike="noStrike">
              <a:solidFill>
                <a:srgbClr val="000000"/>
              </a:solidFill>
              <a:effectLst/>
              <a:uFillTx/>
              <a:latin typeface="Noto Sans"/>
            </a:endParaRPr>
          </a:p>
          <a:p>
            <a:r>
              <a:rPr lang="en-US" sz="1800" b="0" u="none" strike="noStrike">
                <a:solidFill>
                  <a:srgbClr val="000000"/>
                </a:solidFill>
                <a:effectLst/>
                <a:uFillTx/>
                <a:latin typeface="Noto Sans"/>
              </a:rPr>
              <a:t>Being the kernel, and acquisition function the main parameters to modify when trying to optimize or aim for certain points of a given function or shape.</a:t>
            </a:r>
            <a:endParaRPr lang="en-US" sz="1800" b="0" u="none" strike="noStrike">
              <a:solidFill>
                <a:srgbClr val="000000"/>
              </a:solidFill>
              <a:effectLst/>
              <a:uFillTx/>
              <a:latin typeface="Noto Sans"/>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 name="PlaceHolder 1"/>
          <p:cNvSpPr>
            <a:spLocks noGrp="1"/>
          </p:cNvSpPr>
          <p:nvPr>
            <p:ph type="title"/>
          </p:nvPr>
        </p:nvSpPr>
        <p:spPr>
          <a:xfrm>
            <a:off x="468000" y="0"/>
            <a:ext cx="9072000" cy="946440"/>
          </a:xfrm>
          <a:prstGeom prst="rect">
            <a:avLst/>
          </a:prstGeom>
          <a:noFill/>
          <a:ln w="0">
            <a:noFill/>
          </a:ln>
        </p:spPr>
        <p:txBody>
          <a:bodyPr lIns="0" tIns="0" rIns="0" bIns="0" anchor="ctr">
            <a:normAutofit/>
          </a:bodyPr>
          <a:p>
            <a:pPr indent="0" algn="ctr">
              <a:buNone/>
            </a:pPr>
            <a:r>
              <a:rPr lang="en-US" sz="3200" b="1" u="none" strike="noStrike">
                <a:solidFill>
                  <a:srgbClr val="000000"/>
                </a:solidFill>
                <a:effectLst/>
                <a:uFillTx/>
                <a:latin typeface="Noto Sans"/>
              </a:rPr>
              <a:t>Acquisition function and LSE</a:t>
            </a:r>
            <a:endParaRPr lang="en-US" sz="3200" b="1" u="none" strike="noStrike">
              <a:solidFill>
                <a:srgbClr val="000000"/>
              </a:solidFill>
              <a:effectLst/>
              <a:uFillTx/>
              <a:latin typeface="Noto Sans"/>
            </a:endParaRPr>
          </a:p>
        </p:txBody>
      </p:sp>
      <p:sp>
        <p:nvSpPr>
          <p:cNvPr id="235" name=""/>
          <p:cNvSpPr txBox="1"/>
          <p:nvPr/>
        </p:nvSpPr>
        <p:spPr>
          <a:xfrm>
            <a:off x="457200" y="914400"/>
            <a:ext cx="9144000" cy="4343400"/>
          </a:xfrm>
          <a:prstGeom prst="rect">
            <a:avLst/>
          </a:prstGeom>
          <a:noFill/>
          <a:ln w="0">
            <a:noFill/>
          </a:ln>
        </p:spPr>
        <p:txBody>
          <a:bodyPr lIns="90000" tIns="45000" rIns="90000" bIns="45000" anchor="t">
            <a:spAutoFit/>
          </a:bodyPr>
          <a:p>
            <a:r>
              <a:rPr lang="en-US" sz="1800" b="0" u="none" strike="noStrike">
                <a:solidFill>
                  <a:srgbClr val="000000"/>
                </a:solidFill>
                <a:effectLst/>
                <a:uFillTx/>
                <a:latin typeface="Noto Sans"/>
              </a:rPr>
              <a:t>At first hand BO is a global optimization tool, only chasing for maximum or minima values, not middle points. This is a problem at first hand since the goal in this CharLib case is not a global optimization problem but an optimized search process.</a:t>
            </a:r>
            <a:endParaRPr lang="en-US" sz="1800" b="0" u="none" strike="noStrike">
              <a:solidFill>
                <a:srgbClr val="000000"/>
              </a:solidFill>
              <a:effectLst/>
              <a:uFillTx/>
              <a:latin typeface="Noto Sans"/>
            </a:endParaRPr>
          </a:p>
          <a:p>
            <a:endParaRPr lang="en-US" sz="1800" b="0" u="none" strike="noStrike">
              <a:solidFill>
                <a:srgbClr val="000000"/>
              </a:solidFill>
              <a:effectLst/>
              <a:uFillTx/>
              <a:latin typeface="Noto Sans"/>
            </a:endParaRPr>
          </a:p>
          <a:p>
            <a:r>
              <a:rPr lang="en-US" sz="1800" b="0" u="none" strike="noStrike">
                <a:solidFill>
                  <a:srgbClr val="000000"/>
                </a:solidFill>
                <a:effectLst/>
                <a:uFillTx/>
                <a:latin typeface="Noto Sans"/>
              </a:rPr>
              <a:t>Luckily we are able to shift the goal of BO from chasing global values to find a set threshold, this is part of a branch of statistics called Level Set Estimations (LSE). We are able to do such thing by changing our acquisition function from a mere Upper Bound Confidence (UBC) for a straddle acquisition function to search for a determined threshold, allowing us to search for a pass/fail threshold inside a black box function, which is a great tool to approach the values grid for the flip-flop reducing the number of calls and thus, the number of simulations.</a:t>
            </a:r>
            <a:endParaRPr lang="en-US" sz="1800" b="0" u="none" strike="noStrike">
              <a:solidFill>
                <a:srgbClr val="000000"/>
              </a:solidFill>
              <a:effectLst/>
              <a:uFillTx/>
              <a:latin typeface="Noto Sans"/>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title"/>
          </p:nvPr>
        </p:nvSpPr>
        <p:spPr>
          <a:xfrm>
            <a:off x="457200" y="196560"/>
            <a:ext cx="9072000" cy="946440"/>
          </a:xfrm>
          <a:prstGeom prst="rect">
            <a:avLst/>
          </a:prstGeom>
          <a:noFill/>
          <a:ln w="0">
            <a:noFill/>
          </a:ln>
        </p:spPr>
        <p:txBody>
          <a:bodyPr lIns="0" tIns="0" rIns="0" bIns="0" anchor="ctr">
            <a:normAutofit/>
          </a:bodyPr>
          <a:p>
            <a:pPr indent="0" algn="ctr">
              <a:buNone/>
            </a:pPr>
            <a:r>
              <a:rPr lang="en-US" sz="3200" b="1" u="none" strike="noStrike">
                <a:solidFill>
                  <a:srgbClr val="000000"/>
                </a:solidFill>
                <a:effectLst/>
                <a:uFillTx/>
                <a:latin typeface="Noto Sans"/>
              </a:rPr>
              <a:t>Current state and future work</a:t>
            </a:r>
            <a:endParaRPr lang="en-US" sz="3200" b="1" u="none" strike="noStrike">
              <a:solidFill>
                <a:srgbClr val="000000"/>
              </a:solidFill>
              <a:effectLst/>
              <a:uFillTx/>
              <a:latin typeface="Noto Sans"/>
            </a:endParaRPr>
          </a:p>
        </p:txBody>
      </p:sp>
      <p:sp>
        <p:nvSpPr>
          <p:cNvPr id="237" name=""/>
          <p:cNvSpPr txBox="1"/>
          <p:nvPr/>
        </p:nvSpPr>
        <p:spPr>
          <a:xfrm>
            <a:off x="457200" y="1143000"/>
            <a:ext cx="9144000" cy="4114800"/>
          </a:xfrm>
          <a:prstGeom prst="rect">
            <a:avLst/>
          </a:prstGeom>
          <a:noFill/>
          <a:ln w="0">
            <a:noFill/>
          </a:ln>
        </p:spPr>
        <p:txBody>
          <a:bodyPr lIns="90000" tIns="45000" rIns="90000" bIns="45000" anchor="t">
            <a:spAutoFit/>
          </a:bodyPr>
          <a:p>
            <a:endParaRPr lang="en-US" sz="1800" b="0" u="none" strike="noStrike">
              <a:solidFill>
                <a:srgbClr val="000000"/>
              </a:solidFill>
              <a:effectLst/>
              <a:uFillTx/>
              <a:latin typeface="Noto Sans"/>
            </a:endParaRPr>
          </a:p>
        </p:txBody>
      </p:sp>
      <p:sp>
        <p:nvSpPr>
          <p:cNvPr id="238" name=""/>
          <p:cNvSpPr txBox="1"/>
          <p:nvPr/>
        </p:nvSpPr>
        <p:spPr>
          <a:xfrm>
            <a:off x="457200" y="1143000"/>
            <a:ext cx="9144000" cy="4133880"/>
          </a:xfrm>
          <a:prstGeom prst="rect">
            <a:avLst/>
          </a:prstGeom>
          <a:noFill/>
          <a:ln w="0">
            <a:noFill/>
          </a:ln>
        </p:spPr>
        <p:txBody>
          <a:bodyPr lIns="90000" tIns="45000" rIns="90000" bIns="45000" anchor="t">
            <a:spAutoFit/>
          </a:bodyPr>
          <a:p>
            <a:r>
              <a:rPr lang="en-US" sz="1800" b="0" u="none" strike="noStrike">
                <a:solidFill>
                  <a:srgbClr val="000000"/>
                </a:solidFill>
                <a:effectLst/>
                <a:uFillTx/>
                <a:latin typeface="Noto Sans"/>
              </a:rPr>
              <a:t>Currently, we have build a BO process using only NumPy and SciPy since those are the base libraries that CharLib uses for its processes.</a:t>
            </a:r>
            <a:endParaRPr lang="en-US" sz="1800" b="0" u="none" strike="noStrike">
              <a:solidFill>
                <a:srgbClr val="000000"/>
              </a:solidFill>
              <a:effectLst/>
              <a:uFillTx/>
              <a:latin typeface="Noto Sans"/>
            </a:endParaRPr>
          </a:p>
          <a:p>
            <a:endParaRPr lang="en-US" sz="1800" b="0" u="none" strike="noStrike">
              <a:solidFill>
                <a:srgbClr val="000000"/>
              </a:solidFill>
              <a:effectLst/>
              <a:uFillTx/>
              <a:latin typeface="Noto Sans"/>
            </a:endParaRPr>
          </a:p>
          <a:p>
            <a:r>
              <a:rPr lang="en-US" sz="1800" b="0" u="none" strike="noStrike">
                <a:solidFill>
                  <a:srgbClr val="000000"/>
                </a:solidFill>
                <a:effectLst/>
                <a:uFillTx/>
                <a:latin typeface="Noto Sans"/>
              </a:rPr>
              <a:t>So far the BO process has only been tested with toy functions and with a global maxima-chasing acquisition function.</a:t>
            </a:r>
            <a:endParaRPr lang="en-US" sz="1800" b="0" u="none" strike="noStrike">
              <a:solidFill>
                <a:srgbClr val="000000"/>
              </a:solidFill>
              <a:effectLst/>
              <a:uFillTx/>
              <a:latin typeface="Noto Sans"/>
            </a:endParaRPr>
          </a:p>
          <a:p>
            <a:endParaRPr lang="en-US" sz="1800" b="0" u="none" strike="noStrike">
              <a:solidFill>
                <a:srgbClr val="000000"/>
              </a:solidFill>
              <a:effectLst/>
              <a:uFillTx/>
              <a:latin typeface="Noto Sans"/>
            </a:endParaRPr>
          </a:p>
          <a:p>
            <a:r>
              <a:rPr lang="en-US" sz="1800" b="0" u="none" strike="noStrike">
                <a:solidFill>
                  <a:srgbClr val="000000"/>
                </a:solidFill>
                <a:effectLst/>
                <a:uFillTx/>
                <a:latin typeface="Noto Sans"/>
              </a:rPr>
              <a:t>The next step is to change the acquisition function for a LSE one, that will allow us to change the search process and try the new modified BO in a real set of values produced by a CharLib simulation result, giving a broader look to how this process works and if there are promising results if we proceed with this apporach.</a:t>
            </a:r>
            <a:endParaRPr lang="en-US" sz="1800" b="0" u="none" strike="noStrike">
              <a:solidFill>
                <a:srgbClr val="000000"/>
              </a:solidFill>
              <a:effectLst/>
              <a:uFillTx/>
              <a:latin typeface="Noto Sans"/>
            </a:endParaRPr>
          </a:p>
          <a:p>
            <a:endParaRPr lang="en-US" sz="1800" b="0" u="none" strike="noStrike">
              <a:solidFill>
                <a:srgbClr val="000000"/>
              </a:solidFill>
              <a:effectLst/>
              <a:uFillTx/>
              <a:latin typeface="Noto Sans"/>
            </a:endParaRPr>
          </a:p>
          <a:p>
            <a:r>
              <a:rPr lang="en-US" sz="1800" b="0" u="none" strike="noStrike">
                <a:solidFill>
                  <a:srgbClr val="000000"/>
                </a:solidFill>
                <a:effectLst/>
                <a:uFillTx/>
                <a:latin typeface="Noto Sans"/>
              </a:rPr>
              <a:t>If this works, the step after will be to integrate the BO process in CharLib replacing the old sweep across setup and hold grid.</a:t>
            </a:r>
            <a:endParaRPr lang="en-US" sz="1800" b="0" u="none" strike="noStrike">
              <a:solidFill>
                <a:srgbClr val="000000"/>
              </a:solidFill>
              <a:effectLst/>
              <a:uFillTx/>
              <a:latin typeface="Noto Sans"/>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48</TotalTime>
  <Application>LibreOffice/26.2.6.3$Linux_X86_64 LibreOffice_project/620$Build-3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2026-09-30T16:53:04Z</dcterms:created>
  <dc:creator/>
  <dc:description>
               Grey Elegant - LibreOffice Impress Template
                    by Ahmad Bayhaqi Saputra
This template is made as an answer to Indonesian LibreOffice Community and
Gimpscape ID's call-to-arms to contribute to the 10th anniversary of
LibreOffice celebration.
Content Material :
- icons,
  This template used icons from https://material.io and https://icons8.com/icons
- illustrations,
  This template used illustrations sourced at https://icons8.com/illustrations
- Photos,
  This template used photos sourced at https://unsplash.com
Credits:
This work is licensed under the Creative Commons Attribution-ShareAlike 4.0
International License by Ahmad Bayhaqi Saputra &lt;bayhaqisptr04@gmail.com&gt;.
To view a copy of this license, visit https://creativecommons.org/licenses/by-sa/4.0/legalcode
or send a letter to Creative Commons, PO Box 1866, Mountain View, CA 94042, USA.
Illustrations by Pixeltrue https://icons8.com/illustrations/author/5ec7b0e101d0360016f3d1b3 on icon8 (master slide "Table of content")
Photo by Dave Hoefler https://unsplash.com/fr/@iamthedave on Unsplash https://unsplash.com/fr/licence (slide 9)
    </dc:description>
  <dc:language>en-US</dc:language>
  <cp:lastModifiedBy/>
  <dcterms:modified xsi:type="dcterms:W3CDTF">2026-10-28T22:05:58Z</dcterms:modified>
  <cp:revision>9</cp:revision>
  <dc:subject/>
  <dc:title>Grey Elegant</dc:title>
</cp:coreProperties>
</file>